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752bcd1a71049da" /><Relationship Type="http://schemas.openxmlformats.org/officeDocument/2006/relationships/extended-properties" Target="/docProps/app.xml" Id="Rd4b2d43132bb4055" /><Relationship Type="http://schemas.openxmlformats.org/officeDocument/2006/relationships/officeDocument" Target="/ppt/presentation.xml" Id="R2cf85d502d194371" /></Relationships>
</file>

<file path=ppt/presentation.xml><?xml version="1.0" encoding="utf-8"?>
<p:presentation xmlns:p="http://schemas.openxmlformats.org/presentationml/2006/main">
  <p:sldMasterIdLst>
    <p:sldMasterId xmlns:r="http://schemas.openxmlformats.org/officeDocument/2006/relationships" id="2147483648" r:id="R6c9f6e1dfa3b473e"/>
  </p:sldMasterIdLst>
  <p:notesMasterIdLst>
    <p:notesMasterId xmlns:r="http://schemas.openxmlformats.org/officeDocument/2006/relationships" r:id="Reacb402043f84d23"/>
  </p:notesMasterIdLst>
  <p:sldIdLst>
    <p:sldId xmlns:r="http://schemas.openxmlformats.org/officeDocument/2006/relationships" id="256" r:id="Ra07e5c516f854b73"/>
    <p:sldId xmlns:r="http://schemas.openxmlformats.org/officeDocument/2006/relationships" id="257" r:id="Rd90752f5034142d3"/>
    <p:sldId xmlns:r="http://schemas.openxmlformats.org/officeDocument/2006/relationships" id="258" r:id="R694848a105ad439f"/>
    <p:sldId xmlns:r="http://schemas.openxmlformats.org/officeDocument/2006/relationships" id="259" r:id="R57ef0d781b5e4d33"/>
    <p:sldId xmlns:r="http://schemas.openxmlformats.org/officeDocument/2006/relationships" id="260" r:id="R5fa8790bad2a4bf7"/>
    <p:sldId xmlns:r="http://schemas.openxmlformats.org/officeDocument/2006/relationships" id="261" r:id="R61f2aa5bec5c4438"/>
    <p:sldId xmlns:r="http://schemas.openxmlformats.org/officeDocument/2006/relationships" id="262" r:id="Rc1638b34fb0a499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5345256bf7d4487" /><Relationship Type="http://schemas.openxmlformats.org/officeDocument/2006/relationships/slideMaster" Target="/ppt/slideMasters/slideMaster1.xml" Id="R6c9f6e1dfa3b473e" /><Relationship Type="http://schemas.openxmlformats.org/officeDocument/2006/relationships/notesMaster" Target="/ppt/notesMasters/notesMaster1.xml" Id="Reacb402043f84d23" /><Relationship Type="http://schemas.openxmlformats.org/officeDocument/2006/relationships/presProps" Target="/ppt/presProps.xml" Id="Rda475307be0a4acc" /><Relationship Type="http://schemas.openxmlformats.org/officeDocument/2006/relationships/tableStyles" Target="/ppt/tableStyles.xml" Id="R138828e137d94862" /><Relationship Type="http://schemas.openxmlformats.org/officeDocument/2006/relationships/slide" Target="/ppt/slides/slide1.xml" Id="Ra07e5c516f854b73" /><Relationship Type="http://schemas.openxmlformats.org/officeDocument/2006/relationships/slide" Target="/ppt/slides/slide2.xml" Id="Rd90752f5034142d3" /><Relationship Type="http://schemas.openxmlformats.org/officeDocument/2006/relationships/slide" Target="/ppt/slides/slide3.xml" Id="R694848a105ad439f" /><Relationship Type="http://schemas.openxmlformats.org/officeDocument/2006/relationships/slide" Target="/ppt/slides/slide4.xml" Id="R57ef0d781b5e4d33" /><Relationship Type="http://schemas.openxmlformats.org/officeDocument/2006/relationships/slide" Target="/ppt/slides/slide5.xml" Id="R5fa8790bad2a4bf7" /><Relationship Type="http://schemas.openxmlformats.org/officeDocument/2006/relationships/slide" Target="/ppt/slides/slide6.xml" Id="R61f2aa5bec5c4438" /><Relationship Type="http://schemas.openxmlformats.org/officeDocument/2006/relationships/slide" Target="/ppt/slides/slide7.xml" Id="Rc1638b34fb0a499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7e882bcfeeb498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1e53b0e98214475" /><Relationship Type="http://schemas.openxmlformats.org/officeDocument/2006/relationships/notesMaster" Target="/ppt/notesMasters/notesMaster1.xml" Id="Rc007453e4af44a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77e6687a161a4fef" /><Relationship Type="http://schemas.openxmlformats.org/officeDocument/2006/relationships/notesMaster" Target="/ppt/notesMasters/notesMaster1.xml" Id="R4aaa79b3c1c64146" /></Relationships>
</file>

<file path=ppt/notesSlides/_rels/notesSlide3.xml.rels>&#65279;<?xml version="1.0" encoding="utf-8"?><Relationships xmlns="http://schemas.openxmlformats.org/package/2006/relationships"><Relationship Type="http://schemas.openxmlformats.org/officeDocument/2006/relationships/slide" Target="/ppt/slides/slide3.xml" Id="Ra9f3a36d89a24d45" /><Relationship Type="http://schemas.openxmlformats.org/officeDocument/2006/relationships/notesMaster" Target="/ppt/notesMasters/notesMaster1.xml" Id="R7447a5146bc54bb4" /></Relationships>
</file>

<file path=ppt/notesSlides/_rels/notesSlide4.xml.rels>&#65279;<?xml version="1.0" encoding="utf-8"?><Relationships xmlns="http://schemas.openxmlformats.org/package/2006/relationships"><Relationship Type="http://schemas.openxmlformats.org/officeDocument/2006/relationships/slide" Target="/ppt/slides/slide4.xml" Id="R0a201ec1788c495d" /><Relationship Type="http://schemas.openxmlformats.org/officeDocument/2006/relationships/notesMaster" Target="/ppt/notesMasters/notesMaster1.xml" Id="Ref58c04da70745d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8987c4417fe4a91" /><Relationship Type="http://schemas.openxmlformats.org/officeDocument/2006/relationships/notesMaster" Target="/ppt/notesMasters/notesMaster1.xml" Id="R3062a89b040d4334" /></Relationships>
</file>

<file path=ppt/notesSlides/_rels/notesSlide6.xml.rels>&#65279;<?xml version="1.0" encoding="utf-8"?><Relationships xmlns="http://schemas.openxmlformats.org/package/2006/relationships"><Relationship Type="http://schemas.openxmlformats.org/officeDocument/2006/relationships/slide" Target="/ppt/slides/slide6.xml" Id="R8c5fc45b15a14829" /><Relationship Type="http://schemas.openxmlformats.org/officeDocument/2006/relationships/notesMaster" Target="/ppt/notesMasters/notesMaster1.xml" Id="R4c2e9afa5cc34855" /></Relationships>
</file>

<file path=ppt/notesSlides/_rels/notesSlide7.xml.rels>&#65279;<?xml version="1.0" encoding="utf-8"?><Relationships xmlns="http://schemas.openxmlformats.org/package/2006/relationships"><Relationship Type="http://schemas.openxmlformats.org/officeDocument/2006/relationships/slide" Target="/ppt/slides/slide7.xml" Id="R99b2cc048cd14bbf" /><Relationship Type="http://schemas.openxmlformats.org/officeDocument/2006/relationships/notesMaster" Target="/ppt/notesMasters/notesMaster1.xml" Id="Re98ffe708e1543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 I’m Jason. My project is called AI Scroll. It is an academic email agent for students who receive deadlines, extensions and course updates across many messages. The system reads selected course emails, keeps the original evidence, merges related updates and prepares a practical study plan. It can then create calendar proposals, but only after the student reviews and approves them. In this presentation, I will explain the problem, the Agent design, the tools I built, and the current working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problem is not a lack of email. It is the effort required to turn several messages into one reliable decision. A deadline can appear in different formats, and a later message may extend or cancel it. Students also receive reminders, newsletters and platform notifications that look important but do not create a real deadline. If the user manually copies every date, errors are easy. If an Agent writes to a calendar automatically, the risk is even higher. So the product must understand the message chain and preserve evidence before it takes any external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Scroll follows six steps. First, a mailbox connector reads new messages. Second, a course scope filter removes unrelated mail before any model call. Third, the extraction layer identifies the task, deadline and exact evidence sentence. Fourth, the merge engine combines related emails and keeps the latest valid state. Fifth, the planner works backwards from the verified deadline to create manageable sessions. Finally, the approval gate shows the proposal to the student. The Agent prepares the plan, but the student owns the final calendar action. This separation is important for both safety and trust.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uses a simple ReAct style loop: observe, reason and act. The Agent observes new messages and the existing timeline. It reasons about which tools are needed and whether a message is new, related or irrelevant. It then acts by preparing a timeline item or a calendar proposal, before stopping for review. The main tools read the mailbox, filter course messages, extract structured JSON, match and merge related threads, and enforce the calendar approval gate. I use GPT 5 Mini through OpenRouter for language understanding. Deterministic rules still validate dates, calculate urgency, remove duplicates and block unsafe writes.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chose a hybrid architecture because the two parts of the problem need different strengths. The language model handles varied academic language, extracts evidence and interprets whether a message is a new task or an update. The application code handles the parts that must remain predictable: date validation, Singapore time, urgency thresholds, thread history, deduplication and approval. I built the workflow, merge logic, evaluation and safety controls. I rent the language model and the external mailbox and calendar APIs. This reduces development time while keeping the important project logic visible and testable.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current product experience. The left side behaves like an academic inbox. The middle panel keeps the selected email visible, including the exact sentence that created or changed the deadline. The right panel turns the message into a five step action plan. It shows the final deadline, the planned stages and the evidence used by the Agent. The scan button refreshes the interface using the actual mailbox pipeline. Settings stay in a collapsed sidebar, so the main screen remains simple. The user then opens Calendar Review, checks the proposal and confirms it. Without that confirmation, the system performs no calendar write.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evidence shows that the pipeline improves on a simple keyword and date baseline, especially for calendar actions and cross email merging. These comparison numbers still use draft labels, so I will not present them as the final assessment result until the 50 labels are reviewed and frozen. The completed live model check passed all six web derived edge cases, the code passes 47 automated tests, and the six case live run cost about 1.1 cents. The next steps are to freeze the labels, run the final evaluation and record the live demo. AI Scroll shows how an Agent can reduce email overload while keeping the student in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1cf50b47d79456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610d19732c9499e" /><Relationship Type="http://schemas.openxmlformats.org/officeDocument/2006/relationships/slideLayout" Target="/ppt/slideLayouts/slideLayout1.xml" Id="R80c6de40935d423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0c6de40935d423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b6f48ea78a4468d" /><Relationship Type="http://schemas.openxmlformats.org/officeDocument/2006/relationships/image" Target="/ppt/media/image.png" Id="R0a0ca25c0b364db2" /><Relationship Type="http://schemas.openxmlformats.org/officeDocument/2006/relationships/notesSlide" Target="/ppt/notesSlides/notesSlide1.xml" Id="R9cd0a30b99eb470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54f30449c624e8d" /><Relationship Type="http://schemas.openxmlformats.org/officeDocument/2006/relationships/notesSlide" Target="/ppt/notesSlides/notesSlide2.xml" Id="Rf32330b660f040f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5b74ac85c794088" /><Relationship Type="http://schemas.openxmlformats.org/officeDocument/2006/relationships/notesSlide" Target="/ppt/notesSlides/notesSlide3.xml" Id="R50363164169148c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8579041e86642e1" /><Relationship Type="http://schemas.openxmlformats.org/officeDocument/2006/relationships/notesSlide" Target="/ppt/notesSlides/notesSlide4.xml" Id="R3c13e6d95bba421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943605ec94f4196" /><Relationship Type="http://schemas.openxmlformats.org/officeDocument/2006/relationships/notesSlide" Target="/ppt/notesSlides/notesSlide5.xml" Id="R029a2a890f8946e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b065a959e4b40ae" /><Relationship Type="http://schemas.openxmlformats.org/officeDocument/2006/relationships/image" Target="/ppt/media/image2.png" Id="R7cb44073b2874f6f" /><Relationship Type="http://schemas.openxmlformats.org/officeDocument/2006/relationships/notesSlide" Target="/ppt/notesSlides/notesSlide6.xml" Id="Red1e47a875da4db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4446df3b236432f" /><Relationship Type="http://schemas.openxmlformats.org/officeDocument/2006/relationships/chart" Target="/ppt/slides/charts/chart1.xml" Id="Rc7531b210907487f" /><Relationship Type="http://schemas.openxmlformats.org/officeDocument/2006/relationships/notesSlide" Target="/ppt/notesSlides/notesSlide7.xml" Id="R238f8a3d19d3463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Keyword baseline</c:v>
          </c:tx>
          <c:spPr>
            <a:solidFill xmlns:a="http://schemas.openxmlformats.org/drawingml/2006/main">
              <a:srgbClr val="B7C4D1"/>
            </a:solidFill>
          </c:spPr>
          <c:cat>
            <c:strRef>
              <c:f>'Chart Data'!$A$2:$A$6</c:f>
              <c:strCache>
                <c:ptCount val="5"/>
                <c:pt idx="0">
                  <c:v>Task type</c:v>
                </c:pt>
                <c:pt idx="1">
                  <c:v>Exact deadline</c:v>
                </c:pt>
                <c:pt idx="2">
                  <c:v>Urgency</c:v>
                </c:pt>
                <c:pt idx="3">
                  <c:v>Calendar action</c:v>
                </c:pt>
                <c:pt idx="4">
                  <c:v>Cross-email merge</c:v>
                </c:pt>
              </c:strCache>
            </c:strRef>
          </c:cat>
          <c:val>
            <c:numRef>
              <c:f>'Chart Data'!$B$2:$B$6</c:f>
              <c:numCache>
                <c:formatCode>General</c:formatCode>
                <c:ptCount val="5"/>
                <c:pt idx="0">
                  <c:v>56</c:v>
                </c:pt>
                <c:pt idx="1">
                  <c:v>74.4</c:v>
                </c:pt>
                <c:pt idx="2">
                  <c:v>82</c:v>
                </c:pt>
                <c:pt idx="3">
                  <c:v>56</c:v>
                </c:pt>
                <c:pt idx="4">
                  <c:v>0</c:v>
                </c:pt>
              </c:numCache>
            </c:numRef>
          </c:val>
        </c:ser>
        <c:ser>
          <c:idx val="1"/>
          <c:order val="1"/>
          <c:tx>
            <c:v>Current pipeline</c:v>
          </c:tx>
          <c:spPr>
            <a:solidFill xmlns:a="http://schemas.openxmlformats.org/drawingml/2006/main">
              <a:srgbClr val="109B92"/>
            </a:solidFill>
          </c:spPr>
          <c:cat>
            <c:strRef>
              <c:f>'Chart Data'!$C$2:$C$6</c:f>
              <c:strCache>
                <c:ptCount val="5"/>
                <c:pt idx="0">
                  <c:v>Task type</c:v>
                </c:pt>
                <c:pt idx="1">
                  <c:v>Exact deadline</c:v>
                </c:pt>
                <c:pt idx="2">
                  <c:v>Urgency</c:v>
                </c:pt>
                <c:pt idx="3">
                  <c:v>Calendar action</c:v>
                </c:pt>
                <c:pt idx="4">
                  <c:v>Cross-email merge</c:v>
                </c:pt>
              </c:strCache>
            </c:strRef>
          </c:cat>
          <c:val>
            <c:numRef>
              <c:f>'Chart Data'!$D$2:$D$6</c:f>
              <c:numCache>
                <c:formatCode>General</c:formatCode>
                <c:ptCount val="5"/>
                <c:pt idx="0">
                  <c:v>86</c:v>
                </c:pt>
                <c:pt idx="1">
                  <c:v>93</c:v>
                </c:pt>
                <c:pt idx="2">
                  <c:v>96</c:v>
                </c:pt>
                <c:pt idx="3">
                  <c:v>90</c:v>
                </c:pt>
                <c:pt idx="4">
                  <c:v>100</c:v>
                </c:pt>
              </c:numCache>
            </c:numRef>
          </c:val>
        </c:ser>
        <c:dLbls>
          <c:txPr>
            <a:bodyPr xmlns:a="http://schemas.openxmlformats.org/drawingml/2006/main" anchorCtr="1"/>
            <a:lstStyle xmlns:a="http://schemas.openxmlformats.org/drawingml/2006/main"/>
            <a:p xmlns:a="http://schemas.openxmlformats.org/drawingml/2006/main">
              <a:pPr>
                <a:defRPr sz="825" b="1">
                  <a:solidFill>
                    <a:srgbClr val="132B45"/>
                  </a:solidFill>
                  <a:latin typeface="Arial"/>
                  <a:ea typeface="Arial"/>
                  <a:cs typeface="Arial"/>
                </a:defRPr>
              </a:pPr>
            </a:p>
          </c:txPr>
          <c:dLblPos val="outEnd"/>
          <c:showLegendKey val="0"/>
          <c:showVal val="1"/>
          <c:showCatName val="0"/>
          <c:showSerName val="0"/>
          <c:showPercent val="0"/>
          <c:showBubbleSize val="0"/>
          <c:showLeaderLines val="0"/>
        </c:dLbls>
        <c:gapWidth val="48"/>
        <c:axId val="48650112"/>
        <c:axId val="48672768"/>
      </c:barChart>
      <c:catAx>
        <c:axId val="48650112"/>
        <c:scaling>
          <c:orientation val="minMax"/>
        </c:scaling>
        <c:delete val="0"/>
        <c:axPos val="l"/>
        <c:majorGridlines>
          <c:spPr>
            <a:ln xmlns:a="http://schemas.openxmlformats.org/drawingml/2006/main" w="9525">
              <a:solidFill>
                <a:srgbClr val="DCE6EE"/>
              </a:solidFill>
              <a:prstDash val="solid"/>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66788D"/>
                </a:solidFill>
                <a:latin typeface="Arial"/>
                <a:ea typeface="Arial"/>
                <a:cs typeface="Aria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132B45"/>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66788D"/>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CE6EE"/>
      </a:solidFill>
    </a:ln>
  </c:spPr>
  <c:externalData r:id="rIdChartSnapshot1">
    <c:autoUpdate val="0"/>
  </c:externalData>
</c:chartSpace>
</file>

<file path=ppt/slides/slide1.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8" name=""/>
          <p:cNvPicPr>
            <a:picLocks noChangeAspect="1"/>
          </p:cNvPicPr>
          <p:nvPr/>
        </p:nvPicPr>
        <p:blipFill>
          <a:blip r:embed="R0a0ca25c0b364db2"/>
          <a:srcRect l="0" t="27" r="0" b="27"/>
          <a:stretch>
            <a:fillRect l="0" t="0" r="0" b="0"/>
          </a:stretch>
        </p:blipFill>
        <p:spPr>
          <a:xfrm>
            <a:off x="0" y="0"/>
            <a:ext cx="12192000" cy="6858000"/>
          </a:xfrm>
          <a:prstGeom prst="rect">
            <a:avLst/>
          </a:prstGeom>
        </p:spPr>
      </p:pic>
      <p:sp>
        <p:nvSpPr>
          <p:cNvPr id="2" name="">
            <a:extLst>
              <a:ext uri="{FF2B5EF4-FFF2-40B4-BE49-F238E27FC236}">
                <ns3:creationId id="{C1BE1BE6-A6A7-4B29-9BE6-E841F64CA886}"/>
              </a:ext>
            </a:extLst>
          </p:cNvPr>
          <p:cNvSpPr>
            <a:spLocks noGrp="1"/>
          </p:cNvSpPr>
          <p:nvPr/>
        </p:nvSpPr>
        <p:spPr>
          <a:xfrm>
            <a:off x="0" y="0"/>
            <a:ext cx="5810250" cy="6858000"/>
          </a:xfrm>
          <a:prstGeom prst="rect">
            <a:avLst/>
          </a:prstGeom>
          <a:solidFill>
            <a:srgbClr val="061B31"/>
          </a:solidFill>
          <a:ln w="0">
            <a:noFill/>
          </a:ln>
        </p:spPr>
      </p:sp>
      <p:sp>
        <p:nvSpPr>
          <p:cNvPr id="3" name="">
            <a:extLst>
              <a:ext uri="{FF2B5EF4-FFF2-40B4-BE49-F238E27FC236}">
                <ns3:creationId id="{033574CC-934F-480C-9957-21631D5C9A1D}"/>
              </a:ext>
            </a:extLst>
          </p:cNvPr>
          <p:cNvSpPr>
            <a:spLocks noGrp="1"/>
          </p:cNvSpPr>
          <p:nvPr/>
        </p:nvSpPr>
        <p:spPr>
          <a:xfrm>
            <a:off x="666750" y="1143000"/>
            <a:ext cx="4476750" cy="857250"/>
          </a:xfrm>
          <a:prstGeom prst="rect">
            <a:avLst/>
          </a:prstGeom>
          <a:noFill/>
          <a:ln w="0">
            <a:noFill/>
          </a:ln>
        </p:spPr>
        <p:txBody>
          <a:bodyPr lIns="0" tIns="0" rIns="0" bIns="0" anchor="t">
            <a:normAutofit fontScale="100000"/>
          </a:bodyPr>
          <a:lstStyle/>
          <a:p>
            <a:pPr algn="l">
              <a:lnSpc>
                <a:spcPct val="105000"/>
              </a:lnSpc>
              <a:buNone/>
              <a:defRPr sz="4425" b="1">
                <a:solidFill>
                  <a:srgbClr val="FFFFFF"/>
                </a:solidFill>
                <a:latin typeface="Arial"/>
                <a:ea typeface="Arial"/>
                <a:cs typeface="Arial"/>
              </a:defRPr>
            </a:pPr>
            <a:r>
              <a:rPr sz="4425" b="1">
                <a:solidFill>
                  <a:srgbClr val="FFFFFF"/>
                </a:solidFill>
                <a:latin typeface="Arial"/>
                <a:ea typeface="Arial"/>
                <a:cs typeface="Arial"/>
              </a:rPr>
              <a:t>AI Scroll</a:t>
            </a:r>
          </a:p>
        </p:txBody>
      </p:sp>
      <p:sp>
        <p:nvSpPr>
          <p:cNvPr id="4" name="">
            <a:extLst>
              <a:ext uri="{FF2B5EF4-FFF2-40B4-BE49-F238E27FC236}">
                <ns3:creationId id="{F509286E-5146-4720-9735-32B77F536FF5}"/>
              </a:ext>
            </a:extLst>
          </p:cNvPr>
          <p:cNvSpPr>
            <a:spLocks noGrp="1"/>
          </p:cNvSpPr>
          <p:nvPr/>
        </p:nvSpPr>
        <p:spPr>
          <a:xfrm>
            <a:off x="704850" y="2143125"/>
            <a:ext cx="4191000" cy="1143000"/>
          </a:xfrm>
          <a:prstGeom prst="rect">
            <a:avLst/>
          </a:prstGeom>
          <a:noFill/>
          <a:ln w="0">
            <a:noFill/>
          </a:ln>
        </p:spPr>
        <p:txBody>
          <a:bodyPr lIns="0" tIns="0" rIns="0" bIns="0" anchor="t">
            <a:normAutofit fontScale="100000"/>
          </a:bodyPr>
          <a:lstStyle/>
          <a:p>
            <a:pPr algn="l">
              <a:lnSpc>
                <a:spcPct val="115000"/>
              </a:lnSpc>
              <a:buNone/>
              <a:defRPr sz="1875" b="0">
                <a:solidFill>
                  <a:srgbClr val="DDEBF4"/>
                </a:solidFill>
                <a:latin typeface="Arial"/>
                <a:ea typeface="Arial"/>
                <a:cs typeface="Arial"/>
              </a:defRPr>
            </a:pPr>
            <a:r>
              <a:rPr sz="1875" b="0">
                <a:solidFill>
                  <a:srgbClr val="DDEBF4"/>
                </a:solidFill>
                <a:latin typeface="Arial"/>
                <a:ea typeface="Arial"/>
                <a:cs typeface="Arial"/>
              </a:rPr>
              <a:t>An academic email agent that turns course messages into a verified plan</a:t>
            </a:r>
          </a:p>
        </p:txBody>
      </p:sp>
      <p:sp>
        <p:nvSpPr>
          <p:cNvPr id="5" name="">
            <a:extLst>
              <a:ext uri="{FF2B5EF4-FFF2-40B4-BE49-F238E27FC236}">
                <ns3:creationId id="{4021DFAB-61F1-45F3-B900-1CE4EA862970}"/>
              </a:ext>
            </a:extLst>
          </p:cNvPr>
          <p:cNvSpPr>
            <a:spLocks noGrp="1"/>
          </p:cNvSpPr>
          <p:nvPr/>
        </p:nvSpPr>
        <p:spPr>
          <a:xfrm>
            <a:off x="704850" y="3562350"/>
            <a:ext cx="685800" cy="47625"/>
          </a:xfrm>
          <a:prstGeom prst="rect">
            <a:avLst/>
          </a:prstGeom>
          <a:solidFill>
            <a:srgbClr val="45D6C6"/>
          </a:solidFill>
          <a:ln w="0">
            <a:noFill/>
          </a:ln>
        </p:spPr>
      </p:sp>
      <p:sp>
        <p:nvSpPr>
          <p:cNvPr id="6" name="">
            <a:extLst>
              <a:ext uri="{FF2B5EF4-FFF2-40B4-BE49-F238E27FC236}">
                <ns3:creationId id="{E2774A93-ED61-4A62-ADF9-750B0F2E81C5}"/>
              </a:ext>
            </a:extLst>
          </p:cNvPr>
          <p:cNvSpPr>
            <a:spLocks noGrp="1"/>
          </p:cNvSpPr>
          <p:nvPr/>
        </p:nvSpPr>
        <p:spPr>
          <a:xfrm>
            <a:off x="704850" y="3857625"/>
            <a:ext cx="3238500" cy="762000"/>
          </a:xfrm>
          <a:prstGeom prst="rect">
            <a:avLst/>
          </a:prstGeom>
          <a:noFill/>
          <a:ln w="0">
            <a:noFill/>
          </a:ln>
        </p:spPr>
        <p:txBody>
          <a:bodyPr lIns="0" tIns="0" rIns="0" bIns="0" anchor="t">
            <a:normAutofit fontScale="100000"/>
          </a:bodyPr>
          <a:lstStyle/>
          <a:p>
            <a:pPr algn="l">
              <a:lnSpc>
                <a:spcPct val="120000"/>
              </a:lnSpc>
              <a:buNone/>
              <a:defRPr sz="1275" b="1">
                <a:solidFill>
                  <a:srgbClr val="BFD4E2"/>
                </a:solidFill>
                <a:latin typeface="Arial"/>
                <a:ea typeface="Arial"/>
                <a:cs typeface="Arial"/>
              </a:defRPr>
            </a:pPr>
            <a:r>
              <a:rPr sz="1275" b="1">
                <a:solidFill>
                  <a:srgbClr val="BFD4E2"/>
                </a:solidFill>
                <a:latin typeface="Arial"/>
                <a:ea typeface="Arial"/>
                <a:cs typeface="Arial"/>
              </a:rPr>
              <a:t>Jason Wang Chen Yu</a:t>
            </a:r>
          </a:p>
          <a:p>
            <a:pPr algn="l">
              <a:lnSpc>
                <a:spcPct val="120000"/>
              </a:lnSpc>
              <a:buNone/>
              <a:defRPr sz="1275" b="1">
                <a:solidFill>
                  <a:srgbClr val="BFD4E2"/>
                </a:solidFill>
                <a:latin typeface="Arial"/>
                <a:ea typeface="Arial"/>
                <a:cs typeface="Arial"/>
              </a:defRPr>
            </a:pPr>
            <a:r>
              <a:rPr sz="1275" b="1">
                <a:solidFill>
                  <a:srgbClr val="BFD4E2"/>
                </a:solidFill>
                <a:latin typeface="Arial"/>
                <a:ea typeface="Arial"/>
                <a:cs typeface="Arial"/>
              </a:rPr>
              <a:t>PE6201 Course Project</a:t>
            </a:r>
          </a:p>
        </p:txBody>
      </p:sp>
      <p:sp>
        <p:nvSpPr>
          <p:cNvPr id="7" name="">
            <a:extLst>
              <a:ext uri="{FF2B5EF4-FFF2-40B4-BE49-F238E27FC236}">
                <ns3:creationId id="{DD36DDC3-3E88-4FDD-8787-B9395BE52623}"/>
              </a:ext>
            </a:extLst>
          </p:cNvPr>
          <p:cNvSpPr>
            <a:spLocks noGrp="1"/>
          </p:cNvSpPr>
          <p:nvPr/>
        </p:nvSpPr>
        <p:spPr>
          <a:xfrm>
            <a:off x="704850" y="5905500"/>
            <a:ext cx="4476750" cy="266700"/>
          </a:xfrm>
          <a:prstGeom prst="rect">
            <a:avLst/>
          </a:prstGeom>
          <a:noFill/>
          <a:ln w="0">
            <a:noFill/>
          </a:ln>
        </p:spPr>
        <p:txBody>
          <a:bodyPr lIns="0" tIns="0" rIns="0" bIns="0" anchor="t">
            <a:normAutofit fontScale="100000"/>
          </a:bodyPr>
          <a:lstStyle/>
          <a:p>
            <a:pPr algn="l">
              <a:lnSpc>
                <a:spcPct val="105000"/>
              </a:lnSpc>
              <a:buNone/>
              <a:defRPr sz="975" b="0">
                <a:solidFill>
                  <a:srgbClr val="8FDCD1"/>
                </a:solidFill>
                <a:latin typeface="Arial"/>
                <a:ea typeface="Arial"/>
                <a:cs typeface="Arial"/>
              </a:defRPr>
            </a:pPr>
            <a:r>
              <a:rPr sz="975" b="0">
                <a:solidFill>
                  <a:srgbClr val="8FDCD1"/>
                </a:solidFill>
                <a:latin typeface="Arial"/>
                <a:ea typeface="Arial"/>
                <a:cs typeface="Arial"/>
              </a:rPr>
              <a:t>Evidence first · Human approval before calendar writes</a:t>
            </a:r>
          </a:p>
        </p:txBody>
      </p:sp>
    </p:spTree>
    <p:extLst>
      <p:ext uri="{BB962C8B-B14F-4D97-AF65-F5344CB8AC3E}">
        <ns4:creationId val="1805601852"/>
      </p:ext>
    </p:extLst>
  </p:cSld>
  <p:transition spd="slow" advClick="1">
    <p:fade/>
  </p:transition>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3F7FA"/>
        </a:solidFill>
      </p:bgPr>
    </p:bg>
    <p:spTree>
      <p:nvGrpSpPr>
        <p:cNvPr id="1" name=""/>
        <p:cNvGrpSpPr/>
        <p:nvPr/>
      </p:nvGrpSpPr>
      <p:grpSpPr>
        <a:xfrm/>
      </p:grpSpPr>
      <p:sp>
        <p:nvSpPr>
          <p:cNvPr id="33" name="">
            <a:extLst>
              <a:ext uri="{FF2B5EF4-FFF2-40B4-BE49-F238E27FC236}">
                <ns2:creationId id="{8B0B8347-521F-4CA0-9D6F-86AEEC36F336}"/>
              </a:ext>
            </a:extLst>
          </p:cNvPr>
          <p:cNvSpPr>
            <a:spLocks noGrp="1"/>
          </p:cNvSpPr>
          <p:nvPr/>
        </p:nvSpPr>
        <p:spPr>
          <a:xfrm>
            <a:off x="590550" y="409575"/>
            <a:ext cx="523875" cy="238125"/>
          </a:xfrm>
          <a:prstGeom prst="rect">
            <a:avLst/>
          </a:prstGeom>
          <a:noFill/>
          <a:ln w="0">
            <a:noFill/>
          </a:ln>
        </p:spPr>
        <p:txBody>
          <a:bodyPr lIns="0" tIns="0" rIns="0" bIns="0" anchor="t">
            <a:normAutofit fontScale="100000"/>
          </a:bodyPr>
          <a:lstStyle/>
          <a:p>
            <a:pPr algn="l">
              <a:lnSpc>
                <a:spcPct val="105000"/>
              </a:lnSpc>
              <a:buNone/>
              <a:defRPr sz="975" b="1">
                <a:solidFill>
                  <a:srgbClr val="109B92"/>
                </a:solidFill>
                <a:latin typeface="Arial"/>
                <a:ea typeface="Arial"/>
                <a:cs typeface="Arial"/>
              </a:defRPr>
            </a:pPr>
            <a:r>
              <a:rPr sz="975" b="1">
                <a:solidFill>
                  <a:srgbClr val="109B92"/>
                </a:solidFill>
                <a:latin typeface="Arial"/>
                <a:ea typeface="Arial"/>
                <a:cs typeface="Arial"/>
              </a:rPr>
              <a:t>02</a:t>
            </a:r>
          </a:p>
        </p:txBody>
      </p:sp>
      <p:sp>
        <p:nvSpPr>
          <p:cNvPr id="2" name="">
            <a:extLst>
              <a:ext uri="{FF2B5EF4-FFF2-40B4-BE49-F238E27FC236}">
                <ns2:creationId id="{00B74DB2-1335-41C1-915A-134A96819236}"/>
              </a:ext>
            </a:extLst>
          </p:cNvPr>
          <p:cNvSpPr>
            <a:spLocks noGrp="1"/>
          </p:cNvSpPr>
          <p:nvPr/>
        </p:nvSpPr>
        <p:spPr>
          <a:xfrm>
            <a:off x="590550" y="723900"/>
            <a:ext cx="10287000" cy="619125"/>
          </a:xfrm>
          <a:prstGeom prst="rect">
            <a:avLst/>
          </a:prstGeom>
          <a:noFill/>
          <a:ln w="0">
            <a:noFill/>
          </a:ln>
        </p:spPr>
        <p:txBody>
          <a:bodyPr lIns="0" tIns="0" rIns="0" bIns="0" anchor="t">
            <a:normAutofit fontScale="100000"/>
          </a:bodyPr>
          <a:lstStyle/>
          <a:p>
            <a:pPr algn="l">
              <a:lnSpc>
                <a:spcPct val="105000"/>
              </a:lnSpc>
              <a:buNone/>
              <a:defRPr sz="2925" b="1">
                <a:solidFill>
                  <a:srgbClr val="132B45"/>
                </a:solidFill>
                <a:latin typeface="Arial"/>
                <a:ea typeface="Arial"/>
                <a:cs typeface="Arial"/>
              </a:defRPr>
            </a:pPr>
            <a:r>
              <a:rPr sz="2925" b="1">
                <a:solidFill>
                  <a:srgbClr val="132B45"/>
                </a:solidFill>
                <a:latin typeface="Arial"/>
                <a:ea typeface="Arial"/>
                <a:cs typeface="Arial"/>
              </a:rPr>
              <a:t>The problem: important actions are buried in email</a:t>
            </a:r>
          </a:p>
        </p:txBody>
      </p:sp>
      <p:sp>
        <p:nvSpPr>
          <p:cNvPr id="3" name="">
            <a:extLst>
              <a:ext uri="{FF2B5EF4-FFF2-40B4-BE49-F238E27FC236}">
                <ns2:creationId id="{BD3C9CDE-2EAD-4777-BA7E-E265CD27D8D7}"/>
              </a:ext>
            </a:extLst>
          </p:cNvPr>
          <p:cNvSpPr>
            <a:spLocks noGrp="1"/>
          </p:cNvSpPr>
          <p:nvPr/>
        </p:nvSpPr>
        <p:spPr>
          <a:xfrm>
            <a:off x="590550" y="1381125"/>
            <a:ext cx="647700" cy="47625"/>
          </a:xfrm>
          <a:prstGeom prst="rect">
            <a:avLst/>
          </a:prstGeom>
          <a:solidFill>
            <a:srgbClr val="109B92"/>
          </a:solidFill>
          <a:ln w="0">
            <a:noFill/>
          </a:ln>
        </p:spPr>
      </p:sp>
      <p:sp>
        <p:nvSpPr>
          <p:cNvPr id="4" name="">
            <a:extLst>
              <a:ext uri="{FF2B5EF4-FFF2-40B4-BE49-F238E27FC236}">
                <ns2:creationId id="{7B0B1375-EAF6-4A7A-AB82-2B641929A0DC}"/>
              </a:ext>
            </a:extLst>
          </p:cNvPr>
          <p:cNvSpPr>
            <a:spLocks noGrp="1"/>
          </p:cNvSpPr>
          <p:nvPr/>
        </p:nvSpPr>
        <p:spPr>
          <a:xfrm>
            <a:off x="666750" y="1866900"/>
            <a:ext cx="628650" cy="400050"/>
          </a:xfrm>
          <a:prstGeom prst="rect">
            <a:avLst/>
          </a:prstGeom>
          <a:noFill/>
          <a:ln w="0">
            <a:noFill/>
          </a:ln>
        </p:spPr>
        <p:txBody>
          <a:bodyPr lIns="0" tIns="0" rIns="0" bIns="0" anchor="t">
            <a:normAutofit fontScale="100000"/>
          </a:bodyPr>
          <a:lstStyle/>
          <a:p>
            <a:pPr algn="l">
              <a:lnSpc>
                <a:spcPct val="105000"/>
              </a:lnSpc>
              <a:buNone/>
              <a:defRPr sz="1800" b="1">
                <a:solidFill>
                  <a:srgbClr val="109B92"/>
                </a:solidFill>
                <a:latin typeface="Arial"/>
                <a:ea typeface="Arial"/>
                <a:cs typeface="Arial"/>
              </a:defRPr>
            </a:pPr>
            <a:r>
              <a:rPr sz="1800" b="1">
                <a:solidFill>
                  <a:srgbClr val="109B92"/>
                </a:solidFill>
                <a:latin typeface="Arial"/>
                <a:ea typeface="Arial"/>
                <a:cs typeface="Arial"/>
              </a:rPr>
              <a:t>01</a:t>
            </a:r>
          </a:p>
        </p:txBody>
      </p:sp>
      <p:sp>
        <p:nvSpPr>
          <p:cNvPr id="5" name="">
            <a:extLst>
              <a:ext uri="{FF2B5EF4-FFF2-40B4-BE49-F238E27FC236}">
                <ns2:creationId id="{3F3BB965-31C9-47FE-ABA6-FB66F70DF64B}"/>
              </a:ext>
            </a:extLst>
          </p:cNvPr>
          <p:cNvSpPr>
            <a:spLocks noGrp="1"/>
          </p:cNvSpPr>
          <p:nvPr/>
        </p:nvSpPr>
        <p:spPr>
          <a:xfrm>
            <a:off x="1428750" y="1847850"/>
            <a:ext cx="4762500" cy="333375"/>
          </a:xfrm>
          <a:prstGeom prst="rect">
            <a:avLst/>
          </a:prstGeom>
          <a:noFill/>
          <a:ln w="0">
            <a:noFill/>
          </a:ln>
        </p:spPr>
        <p:txBody>
          <a:bodyPr lIns="0" tIns="0" rIns="0" bIns="0" anchor="t">
            <a:normAutofit fontScale="100000"/>
          </a:bodyPr>
          <a:lstStyle/>
          <a:p>
            <a:pPr algn="l">
              <a:lnSpc>
                <a:spcPct val="105000"/>
              </a:lnSpc>
              <a:buNone/>
              <a:defRPr sz="1650" b="1">
                <a:solidFill>
                  <a:srgbClr val="132B45"/>
                </a:solidFill>
                <a:latin typeface="Arial"/>
                <a:ea typeface="Arial"/>
                <a:cs typeface="Arial"/>
              </a:defRPr>
            </a:pPr>
            <a:r>
              <a:rPr sz="1650" b="1">
                <a:solidFill>
                  <a:srgbClr val="132B45"/>
                </a:solidFill>
                <a:latin typeface="Arial"/>
                <a:ea typeface="Arial"/>
                <a:cs typeface="Arial"/>
              </a:rPr>
              <a:t>Deadlines arrive in different formats</a:t>
            </a:r>
          </a:p>
        </p:txBody>
      </p:sp>
      <p:sp>
        <p:nvSpPr>
          <p:cNvPr id="6" name="">
            <a:extLst>
              <a:ext uri="{FF2B5EF4-FFF2-40B4-BE49-F238E27FC236}">
                <ns2:creationId id="{30E4D130-AC32-4E09-9E3D-0F71D351C5B5}"/>
              </a:ext>
            </a:extLst>
          </p:cNvPr>
          <p:cNvSpPr>
            <a:spLocks noGrp="1"/>
          </p:cNvSpPr>
          <p:nvPr/>
        </p:nvSpPr>
        <p:spPr>
          <a:xfrm>
            <a:off x="1428750" y="2238375"/>
            <a:ext cx="4857750" cy="523875"/>
          </a:xfrm>
          <a:prstGeom prst="rect">
            <a:avLst/>
          </a:prstGeom>
          <a:noFill/>
          <a:ln w="0">
            <a:noFill/>
          </a:ln>
        </p:spPr>
        <p:txBody>
          <a:bodyPr lIns="0" tIns="0" rIns="0" bIns="0" anchor="t">
            <a:normAutofit fontScale="100000"/>
          </a:bodyPr>
          <a:lstStyle/>
          <a:p>
            <a:pPr algn="l">
              <a:lnSpc>
                <a:spcPct val="118000"/>
              </a:lnSpc>
              <a:buNone/>
              <a:defRPr sz="1200" b="0">
                <a:solidFill>
                  <a:srgbClr val="66788D"/>
                </a:solidFill>
                <a:latin typeface="Arial"/>
                <a:ea typeface="Arial"/>
                <a:cs typeface="Arial"/>
              </a:defRPr>
            </a:pPr>
            <a:r>
              <a:rPr sz="1200" b="0">
                <a:solidFill>
                  <a:srgbClr val="66788D"/>
                </a:solidFill>
                <a:latin typeface="Arial"/>
                <a:ea typeface="Arial"/>
                <a:cs typeface="Arial"/>
              </a:rPr>
              <a:t>A date may appear in the subject, body, attachment or a later correction.</a:t>
            </a:r>
          </a:p>
        </p:txBody>
      </p:sp>
      <p:sp>
        <p:nvSpPr>
          <p:cNvPr id="7" name="">
            <a:extLst>
              <a:ext uri="{FF2B5EF4-FFF2-40B4-BE49-F238E27FC236}">
                <ns2:creationId id="{44475ABD-738C-4F34-9BBC-E103F48D5886}"/>
              </a:ext>
            </a:extLst>
          </p:cNvPr>
          <p:cNvSpPr>
            <a:spLocks noGrp="1"/>
          </p:cNvSpPr>
          <p:nvPr/>
        </p:nvSpPr>
        <p:spPr>
          <a:xfrm>
            <a:off x="1428750" y="2867025"/>
            <a:ext cx="4762500" cy="9525"/>
          </a:xfrm>
          <a:prstGeom prst="line">
            <a:avLst/>
          </a:prstGeom>
          <a:noFill/>
          <a:ln w="9525">
            <a:solidFill>
              <a:srgbClr val="DCE6EE"/>
            </a:solidFill>
            <a:prstDash val="solid"/>
          </a:ln>
        </p:spPr>
      </p:sp>
      <p:sp>
        <p:nvSpPr>
          <p:cNvPr id="8" name="">
            <a:extLst>
              <a:ext uri="{FF2B5EF4-FFF2-40B4-BE49-F238E27FC236}">
                <ns2:creationId id="{B7C97C10-7EC1-4E17-96E9-AB9039269439}"/>
              </a:ext>
            </a:extLst>
          </p:cNvPr>
          <p:cNvSpPr>
            <a:spLocks noGrp="1"/>
          </p:cNvSpPr>
          <p:nvPr/>
        </p:nvSpPr>
        <p:spPr>
          <a:xfrm>
            <a:off x="666750" y="3124200"/>
            <a:ext cx="628650" cy="400050"/>
          </a:xfrm>
          <a:prstGeom prst="rect">
            <a:avLst/>
          </a:prstGeom>
          <a:noFill/>
          <a:ln w="0">
            <a:noFill/>
          </a:ln>
        </p:spPr>
        <p:txBody>
          <a:bodyPr lIns="0" tIns="0" rIns="0" bIns="0" anchor="t">
            <a:normAutofit fontScale="100000"/>
          </a:bodyPr>
          <a:lstStyle/>
          <a:p>
            <a:pPr algn="l">
              <a:lnSpc>
                <a:spcPct val="105000"/>
              </a:lnSpc>
              <a:buNone/>
              <a:defRPr sz="1800" b="1">
                <a:solidFill>
                  <a:srgbClr val="109B92"/>
                </a:solidFill>
                <a:latin typeface="Arial"/>
                <a:ea typeface="Arial"/>
                <a:cs typeface="Arial"/>
              </a:defRPr>
            </a:pPr>
            <a:r>
              <a:rPr sz="1800" b="1">
                <a:solidFill>
                  <a:srgbClr val="109B92"/>
                </a:solidFill>
                <a:latin typeface="Arial"/>
                <a:ea typeface="Arial"/>
                <a:cs typeface="Arial"/>
              </a:rPr>
              <a:t>02</a:t>
            </a:r>
          </a:p>
        </p:txBody>
      </p:sp>
      <p:sp>
        <p:nvSpPr>
          <p:cNvPr id="9" name="">
            <a:extLst>
              <a:ext uri="{FF2B5EF4-FFF2-40B4-BE49-F238E27FC236}">
                <ns2:creationId id="{ABF3F38F-98F6-4EED-8FEF-2027DC8344BC}"/>
              </a:ext>
            </a:extLst>
          </p:cNvPr>
          <p:cNvSpPr>
            <a:spLocks noGrp="1"/>
          </p:cNvSpPr>
          <p:nvPr/>
        </p:nvSpPr>
        <p:spPr>
          <a:xfrm>
            <a:off x="1428750" y="3105150"/>
            <a:ext cx="4762500" cy="333375"/>
          </a:xfrm>
          <a:prstGeom prst="rect">
            <a:avLst/>
          </a:prstGeom>
          <a:noFill/>
          <a:ln w="0">
            <a:noFill/>
          </a:ln>
        </p:spPr>
        <p:txBody>
          <a:bodyPr lIns="0" tIns="0" rIns="0" bIns="0" anchor="t">
            <a:normAutofit fontScale="100000"/>
          </a:bodyPr>
          <a:lstStyle/>
          <a:p>
            <a:pPr algn="l">
              <a:lnSpc>
                <a:spcPct val="105000"/>
              </a:lnSpc>
              <a:buNone/>
              <a:defRPr sz="1650" b="1">
                <a:solidFill>
                  <a:srgbClr val="132B45"/>
                </a:solidFill>
                <a:latin typeface="Arial"/>
                <a:ea typeface="Arial"/>
                <a:cs typeface="Arial"/>
              </a:defRPr>
            </a:pPr>
            <a:r>
              <a:rPr sz="1650" b="1">
                <a:solidFill>
                  <a:srgbClr val="132B45"/>
                </a:solidFill>
                <a:latin typeface="Arial"/>
                <a:ea typeface="Arial"/>
                <a:cs typeface="Arial"/>
              </a:rPr>
              <a:t>One task can span several messages</a:t>
            </a:r>
          </a:p>
        </p:txBody>
      </p:sp>
      <p:sp>
        <p:nvSpPr>
          <p:cNvPr id="10" name="">
            <a:extLst>
              <a:ext uri="{FF2B5EF4-FFF2-40B4-BE49-F238E27FC236}">
                <ns2:creationId id="{68756BC6-D0DC-4E52-B69C-5EC714642CFA}"/>
              </a:ext>
            </a:extLst>
          </p:cNvPr>
          <p:cNvSpPr>
            <a:spLocks noGrp="1"/>
          </p:cNvSpPr>
          <p:nvPr/>
        </p:nvSpPr>
        <p:spPr>
          <a:xfrm>
            <a:off x="1428750" y="3495675"/>
            <a:ext cx="4857750" cy="523875"/>
          </a:xfrm>
          <a:prstGeom prst="rect">
            <a:avLst/>
          </a:prstGeom>
          <a:noFill/>
          <a:ln w="0">
            <a:noFill/>
          </a:ln>
        </p:spPr>
        <p:txBody>
          <a:bodyPr lIns="0" tIns="0" rIns="0" bIns="0" anchor="t">
            <a:normAutofit fontScale="100000"/>
          </a:bodyPr>
          <a:lstStyle/>
          <a:p>
            <a:pPr algn="l">
              <a:lnSpc>
                <a:spcPct val="118000"/>
              </a:lnSpc>
              <a:buNone/>
              <a:defRPr sz="1200" b="0">
                <a:solidFill>
                  <a:srgbClr val="66788D"/>
                </a:solidFill>
                <a:latin typeface="Arial"/>
                <a:ea typeface="Arial"/>
                <a:cs typeface="Arial"/>
              </a:defRPr>
            </a:pPr>
            <a:r>
              <a:rPr sz="1200" b="0">
                <a:solidFill>
                  <a:srgbClr val="66788D"/>
                </a:solidFill>
                <a:latin typeface="Arial"/>
                <a:ea typeface="Arial"/>
                <a:cs typeface="Arial"/>
              </a:rPr>
              <a:t>Students must decide whether a message creates, updates or cancels the same task.</a:t>
            </a:r>
          </a:p>
        </p:txBody>
      </p:sp>
      <p:sp>
        <p:nvSpPr>
          <p:cNvPr id="11" name="">
            <a:extLst>
              <a:ext uri="{FF2B5EF4-FFF2-40B4-BE49-F238E27FC236}">
                <ns2:creationId id="{3D3C863B-D925-44E1-8EBC-6F95960B1D83}"/>
              </a:ext>
            </a:extLst>
          </p:cNvPr>
          <p:cNvSpPr>
            <a:spLocks noGrp="1"/>
          </p:cNvSpPr>
          <p:nvPr/>
        </p:nvSpPr>
        <p:spPr>
          <a:xfrm>
            <a:off x="1428750" y="4124325"/>
            <a:ext cx="4762500" cy="9525"/>
          </a:xfrm>
          <a:prstGeom prst="line">
            <a:avLst/>
          </a:prstGeom>
          <a:noFill/>
          <a:ln w="9525">
            <a:solidFill>
              <a:srgbClr val="DCE6EE"/>
            </a:solidFill>
            <a:prstDash val="solid"/>
          </a:ln>
        </p:spPr>
      </p:sp>
      <p:sp>
        <p:nvSpPr>
          <p:cNvPr id="12" name="">
            <a:extLst>
              <a:ext uri="{FF2B5EF4-FFF2-40B4-BE49-F238E27FC236}">
                <ns2:creationId id="{9D918F0D-EC44-402B-A366-641058905F1D}"/>
              </a:ext>
            </a:extLst>
          </p:cNvPr>
          <p:cNvSpPr>
            <a:spLocks noGrp="1"/>
          </p:cNvSpPr>
          <p:nvPr/>
        </p:nvSpPr>
        <p:spPr>
          <a:xfrm>
            <a:off x="666750" y="4381500"/>
            <a:ext cx="628650" cy="400050"/>
          </a:xfrm>
          <a:prstGeom prst="rect">
            <a:avLst/>
          </a:prstGeom>
          <a:noFill/>
          <a:ln w="0">
            <a:noFill/>
          </a:ln>
        </p:spPr>
        <p:txBody>
          <a:bodyPr lIns="0" tIns="0" rIns="0" bIns="0" anchor="t">
            <a:normAutofit fontScale="100000"/>
          </a:bodyPr>
          <a:lstStyle/>
          <a:p>
            <a:pPr algn="l">
              <a:lnSpc>
                <a:spcPct val="105000"/>
              </a:lnSpc>
              <a:buNone/>
              <a:defRPr sz="1800" b="1">
                <a:solidFill>
                  <a:srgbClr val="109B92"/>
                </a:solidFill>
                <a:latin typeface="Arial"/>
                <a:ea typeface="Arial"/>
                <a:cs typeface="Arial"/>
              </a:defRPr>
            </a:pPr>
            <a:r>
              <a:rPr sz="1800" b="1">
                <a:solidFill>
                  <a:srgbClr val="109B92"/>
                </a:solidFill>
                <a:latin typeface="Arial"/>
                <a:ea typeface="Arial"/>
                <a:cs typeface="Arial"/>
              </a:rPr>
              <a:t>03</a:t>
            </a:r>
          </a:p>
        </p:txBody>
      </p:sp>
      <p:sp>
        <p:nvSpPr>
          <p:cNvPr id="13" name="">
            <a:extLst>
              <a:ext uri="{FF2B5EF4-FFF2-40B4-BE49-F238E27FC236}">
                <ns2:creationId id="{42E680DE-1D96-46C9-9755-67ABD5884ADF}"/>
              </a:ext>
            </a:extLst>
          </p:cNvPr>
          <p:cNvSpPr>
            <a:spLocks noGrp="1"/>
          </p:cNvSpPr>
          <p:nvPr/>
        </p:nvSpPr>
        <p:spPr>
          <a:xfrm>
            <a:off x="1428750" y="4362450"/>
            <a:ext cx="4762500" cy="333375"/>
          </a:xfrm>
          <a:prstGeom prst="rect">
            <a:avLst/>
          </a:prstGeom>
          <a:noFill/>
          <a:ln w="0">
            <a:noFill/>
          </a:ln>
        </p:spPr>
        <p:txBody>
          <a:bodyPr lIns="0" tIns="0" rIns="0" bIns="0" anchor="t">
            <a:normAutofit fontScale="100000"/>
          </a:bodyPr>
          <a:lstStyle/>
          <a:p>
            <a:pPr algn="l">
              <a:lnSpc>
                <a:spcPct val="105000"/>
              </a:lnSpc>
              <a:buNone/>
              <a:defRPr sz="1650" b="1">
                <a:solidFill>
                  <a:srgbClr val="132B45"/>
                </a:solidFill>
                <a:latin typeface="Arial"/>
                <a:ea typeface="Arial"/>
                <a:cs typeface="Arial"/>
              </a:defRPr>
            </a:pPr>
            <a:r>
              <a:rPr sz="1650" b="1">
                <a:solidFill>
                  <a:srgbClr val="132B45"/>
                </a:solidFill>
                <a:latin typeface="Arial"/>
                <a:ea typeface="Arial"/>
                <a:cs typeface="Arial"/>
              </a:rPr>
              <a:t>Manual calendar entry creates risk</a:t>
            </a:r>
          </a:p>
        </p:txBody>
      </p:sp>
      <p:sp>
        <p:nvSpPr>
          <p:cNvPr id="14" name="">
            <a:extLst>
              <a:ext uri="{FF2B5EF4-FFF2-40B4-BE49-F238E27FC236}">
                <ns2:creationId id="{871FF8BD-E40C-4965-BD8B-973F5E54F229}"/>
              </a:ext>
            </a:extLst>
          </p:cNvPr>
          <p:cNvSpPr>
            <a:spLocks noGrp="1"/>
          </p:cNvSpPr>
          <p:nvPr/>
        </p:nvSpPr>
        <p:spPr>
          <a:xfrm>
            <a:off x="1428750" y="4752975"/>
            <a:ext cx="4857750" cy="523875"/>
          </a:xfrm>
          <a:prstGeom prst="rect">
            <a:avLst/>
          </a:prstGeom>
          <a:noFill/>
          <a:ln w="0">
            <a:noFill/>
          </a:ln>
        </p:spPr>
        <p:txBody>
          <a:bodyPr lIns="0" tIns="0" rIns="0" bIns="0" anchor="t">
            <a:normAutofit fontScale="100000"/>
          </a:bodyPr>
          <a:lstStyle/>
          <a:p>
            <a:pPr algn="l">
              <a:lnSpc>
                <a:spcPct val="118000"/>
              </a:lnSpc>
              <a:buNone/>
              <a:defRPr sz="1200" b="0">
                <a:solidFill>
                  <a:srgbClr val="66788D"/>
                </a:solidFill>
                <a:latin typeface="Arial"/>
                <a:ea typeface="Arial"/>
                <a:cs typeface="Arial"/>
              </a:defRPr>
            </a:pPr>
            <a:r>
              <a:rPr sz="1200" b="0">
                <a:solidFill>
                  <a:srgbClr val="66788D"/>
                </a:solidFill>
                <a:latin typeface="Arial"/>
                <a:ea typeface="Arial"/>
                <a:cs typeface="Arial"/>
              </a:rPr>
              <a:t>A wrong date or an automatic write can turn a useful assistant into a costly mistake.</a:t>
            </a:r>
          </a:p>
        </p:txBody>
      </p:sp>
      <p:sp>
        <p:nvSpPr>
          <p:cNvPr id="15" name="">
            <a:extLst>
              <a:ext uri="{FF2B5EF4-FFF2-40B4-BE49-F238E27FC236}">
                <ns2:creationId id="{993E2524-7FCE-4262-B9C3-DB190C2B7017}"/>
              </a:ext>
            </a:extLst>
          </p:cNvPr>
          <p:cNvSpPr>
            <a:spLocks noGrp="1"/>
          </p:cNvSpPr>
          <p:nvPr/>
        </p:nvSpPr>
        <p:spPr>
          <a:xfrm>
            <a:off x="1428750" y="5381625"/>
            <a:ext cx="4762500" cy="9525"/>
          </a:xfrm>
          <a:prstGeom prst="line">
            <a:avLst/>
          </a:prstGeom>
          <a:noFill/>
          <a:ln w="9525">
            <a:solidFill>
              <a:srgbClr val="DCE6EE"/>
            </a:solidFill>
            <a:prstDash val="solid"/>
          </a:ln>
        </p:spPr>
      </p:sp>
      <p:sp>
        <p:nvSpPr>
          <p:cNvPr id="16" name="">
            <a:extLst>
              <a:ext uri="{FF2B5EF4-FFF2-40B4-BE49-F238E27FC236}">
                <ns2:creationId id="{A81365F9-C4D5-451B-85AD-235B09419411}"/>
              </a:ext>
            </a:extLst>
          </p:cNvPr>
          <p:cNvSpPr>
            <a:spLocks noGrp="1"/>
          </p:cNvSpPr>
          <p:nvPr/>
        </p:nvSpPr>
        <p:spPr>
          <a:xfrm>
            <a:off x="7096125" y="1762125"/>
            <a:ext cx="4286250" cy="3714750"/>
          </a:xfrm>
          <a:prstGeom prst="roundRect">
            <a:avLst>
              <a:gd name="adj" fmla="val 5641"/>
            </a:avLst>
          </a:prstGeom>
          <a:solidFill>
            <a:srgbClr val="092642"/>
          </a:solidFill>
          <a:ln w="0">
            <a:noFill/>
          </a:ln>
        </p:spPr>
      </p:sp>
      <p:sp>
        <p:nvSpPr>
          <p:cNvPr id="17" name="">
            <a:extLst>
              <a:ext uri="{FF2B5EF4-FFF2-40B4-BE49-F238E27FC236}">
                <ns2:creationId id="{CB61ABDF-6B51-450F-8225-242B503E6CD1}"/>
              </a:ext>
            </a:extLst>
          </p:cNvPr>
          <p:cNvSpPr>
            <a:spLocks noGrp="1"/>
          </p:cNvSpPr>
          <p:nvPr/>
        </p:nvSpPr>
        <p:spPr>
          <a:xfrm>
            <a:off x="7524750" y="2095500"/>
            <a:ext cx="3143250" cy="304800"/>
          </a:xfrm>
          <a:prstGeom prst="rect">
            <a:avLst/>
          </a:prstGeom>
          <a:noFill/>
          <a:ln w="0">
            <a:noFill/>
          </a:ln>
        </p:spPr>
        <p:txBody>
          <a:bodyPr lIns="0" tIns="0" rIns="0" bIns="0" anchor="t">
            <a:normAutofit fontScale="100000"/>
          </a:bodyPr>
          <a:lstStyle/>
          <a:p>
            <a:pPr algn="l">
              <a:lnSpc>
                <a:spcPct val="105000"/>
              </a:lnSpc>
              <a:buNone/>
              <a:defRPr sz="1500" b="1">
                <a:solidFill>
                  <a:srgbClr val="FFFFFF"/>
                </a:solidFill>
                <a:latin typeface="Arial"/>
                <a:ea typeface="Arial"/>
                <a:cs typeface="Arial"/>
              </a:defRPr>
            </a:pPr>
            <a:r>
              <a:rPr sz="1500" b="1">
                <a:solidFill>
                  <a:srgbClr val="FFFFFF"/>
                </a:solidFill>
                <a:latin typeface="Arial"/>
                <a:ea typeface="Arial"/>
                <a:cs typeface="Arial"/>
              </a:rPr>
              <a:t>A typical student inbox</a:t>
            </a:r>
          </a:p>
        </p:txBody>
      </p:sp>
      <p:sp>
        <p:nvSpPr>
          <p:cNvPr id="18" name="">
            <a:extLst>
              <a:ext uri="{FF2B5EF4-FFF2-40B4-BE49-F238E27FC236}">
                <ns2:creationId id="{1BFAF58C-58CB-47A7-9836-6F6D278D52F2}"/>
              </a:ext>
            </a:extLst>
          </p:cNvPr>
          <p:cNvSpPr>
            <a:spLocks noGrp="1"/>
          </p:cNvSpPr>
          <p:nvPr/>
        </p:nvSpPr>
        <p:spPr>
          <a:xfrm>
            <a:off x="7524750" y="2647950"/>
            <a:ext cx="3333750" cy="466725"/>
          </a:xfrm>
          <a:prstGeom prst="roundRect">
            <a:avLst>
              <a:gd name="adj" fmla="val 22449"/>
            </a:avLst>
          </a:prstGeom>
          <a:solidFill>
            <a:srgbClr val="FFEEE9"/>
          </a:solidFill>
          <a:ln w="0">
            <a:noFill/>
          </a:ln>
        </p:spPr>
      </p:sp>
      <p:sp>
        <p:nvSpPr>
          <p:cNvPr id="19" name="">
            <a:extLst>
              <a:ext uri="{FF2B5EF4-FFF2-40B4-BE49-F238E27FC236}">
                <ns2:creationId id="{AE348F1D-BDF7-493E-8043-65DE537952E1}"/>
              </a:ext>
            </a:extLst>
          </p:cNvPr>
          <p:cNvSpPr>
            <a:spLocks noGrp="1"/>
          </p:cNvSpPr>
          <p:nvPr/>
        </p:nvSpPr>
        <p:spPr>
          <a:xfrm>
            <a:off x="7677150" y="2743200"/>
            <a:ext cx="742950" cy="219075"/>
          </a:xfrm>
          <a:prstGeom prst="rect">
            <a:avLst/>
          </a:prstGeom>
          <a:noFill/>
          <a:ln w="0">
            <a:noFill/>
          </a:ln>
        </p:spPr>
        <p:txBody>
          <a:bodyPr lIns="0" tIns="0" rIns="0" bIns="0" anchor="t">
            <a:normAutofit fontScale="100000"/>
          </a:bodyPr>
          <a:lstStyle/>
          <a:p>
            <a:pPr algn="l">
              <a:lnSpc>
                <a:spcPct val="105000"/>
              </a:lnSpc>
              <a:buNone/>
              <a:defRPr sz="975" b="1">
                <a:solidFill>
                  <a:srgbClr val="132B45"/>
                </a:solidFill>
                <a:latin typeface="Arial"/>
                <a:ea typeface="Arial"/>
                <a:cs typeface="Arial"/>
              </a:defRPr>
            </a:pPr>
            <a:r>
              <a:rPr sz="975" b="1">
                <a:solidFill>
                  <a:srgbClr val="132B45"/>
                </a:solidFill>
                <a:latin typeface="Arial"/>
                <a:ea typeface="Arial"/>
                <a:cs typeface="Arial"/>
              </a:rPr>
              <a:t>Deadline</a:t>
            </a:r>
          </a:p>
        </p:txBody>
      </p:sp>
      <p:sp>
        <p:nvSpPr>
          <p:cNvPr id="20" name="">
            <a:extLst>
              <a:ext uri="{FF2B5EF4-FFF2-40B4-BE49-F238E27FC236}">
                <ns2:creationId id="{2D237B43-F33C-4E9F-B27B-1704DCD4F836}"/>
              </a:ext>
            </a:extLst>
          </p:cNvPr>
          <p:cNvSpPr>
            <a:spLocks noGrp="1"/>
          </p:cNvSpPr>
          <p:nvPr/>
        </p:nvSpPr>
        <p:spPr>
          <a:xfrm>
            <a:off x="8439150" y="2743200"/>
            <a:ext cx="2266950" cy="219075"/>
          </a:xfrm>
          <a:prstGeom prst="rect">
            <a:avLst/>
          </a:prstGeom>
          <a:noFill/>
          <a:ln w="0">
            <a:noFill/>
          </a:ln>
        </p:spPr>
        <p:txBody>
          <a:bodyPr lIns="0" tIns="0" rIns="0" bIns="0" anchor="t">
            <a:normAutofit fontScale="100000"/>
          </a:bodyPr>
          <a:lstStyle/>
          <a:p>
            <a:pPr algn="l">
              <a:lnSpc>
                <a:spcPct val="105000"/>
              </a:lnSpc>
              <a:buNone/>
              <a:defRPr sz="975" b="0">
                <a:solidFill>
                  <a:srgbClr val="132B45"/>
                </a:solidFill>
                <a:latin typeface="Arial"/>
                <a:ea typeface="Arial"/>
                <a:cs typeface="Arial"/>
              </a:defRPr>
            </a:pPr>
            <a:r>
              <a:rPr sz="975" b="0">
                <a:solidFill>
                  <a:srgbClr val="132B45"/>
                </a:solidFill>
                <a:latin typeface="Arial"/>
                <a:ea typeface="Arial"/>
                <a:cs typeface="Arial"/>
              </a:rPr>
              <a:t>Project due 1 Oct</a:t>
            </a:r>
          </a:p>
        </p:txBody>
      </p:sp>
      <p:sp>
        <p:nvSpPr>
          <p:cNvPr id="21" name="">
            <a:extLst>
              <a:ext uri="{FF2B5EF4-FFF2-40B4-BE49-F238E27FC236}">
                <ns2:creationId id="{3B1F32EC-14F5-40EB-975B-34331D343922}"/>
              </a:ext>
            </a:extLst>
          </p:cNvPr>
          <p:cNvSpPr>
            <a:spLocks noGrp="1"/>
          </p:cNvSpPr>
          <p:nvPr/>
        </p:nvSpPr>
        <p:spPr>
          <a:xfrm>
            <a:off x="7524750" y="3257550"/>
            <a:ext cx="3333750" cy="466725"/>
          </a:xfrm>
          <a:prstGeom prst="roundRect">
            <a:avLst>
              <a:gd name="adj" fmla="val 22449"/>
            </a:avLst>
          </a:prstGeom>
          <a:solidFill>
            <a:srgbClr val="DFF6F1"/>
          </a:solidFill>
          <a:ln w="0">
            <a:noFill/>
          </a:ln>
        </p:spPr>
      </p:sp>
      <p:sp>
        <p:nvSpPr>
          <p:cNvPr id="22" name="">
            <a:extLst>
              <a:ext uri="{FF2B5EF4-FFF2-40B4-BE49-F238E27FC236}">
                <ns2:creationId id="{32CC2A23-A4FA-4CC3-875A-7C5C427334D0}"/>
              </a:ext>
            </a:extLst>
          </p:cNvPr>
          <p:cNvSpPr>
            <a:spLocks noGrp="1"/>
          </p:cNvSpPr>
          <p:nvPr/>
        </p:nvSpPr>
        <p:spPr>
          <a:xfrm>
            <a:off x="7677150" y="3352800"/>
            <a:ext cx="742950" cy="219075"/>
          </a:xfrm>
          <a:prstGeom prst="rect">
            <a:avLst/>
          </a:prstGeom>
          <a:noFill/>
          <a:ln w="0">
            <a:noFill/>
          </a:ln>
        </p:spPr>
        <p:txBody>
          <a:bodyPr lIns="0" tIns="0" rIns="0" bIns="0" anchor="t">
            <a:normAutofit fontScale="100000"/>
          </a:bodyPr>
          <a:lstStyle/>
          <a:p>
            <a:pPr algn="l">
              <a:lnSpc>
                <a:spcPct val="105000"/>
              </a:lnSpc>
              <a:buNone/>
              <a:defRPr sz="975" b="1">
                <a:solidFill>
                  <a:srgbClr val="132B45"/>
                </a:solidFill>
                <a:latin typeface="Arial"/>
                <a:ea typeface="Arial"/>
                <a:cs typeface="Arial"/>
              </a:defRPr>
            </a:pPr>
            <a:r>
              <a:rPr sz="975" b="1">
                <a:solidFill>
                  <a:srgbClr val="132B45"/>
                </a:solidFill>
                <a:latin typeface="Arial"/>
                <a:ea typeface="Arial"/>
                <a:cs typeface="Arial"/>
              </a:rPr>
              <a:t>Update</a:t>
            </a:r>
          </a:p>
        </p:txBody>
      </p:sp>
      <p:sp>
        <p:nvSpPr>
          <p:cNvPr id="23" name="">
            <a:extLst>
              <a:ext uri="{FF2B5EF4-FFF2-40B4-BE49-F238E27FC236}">
                <ns2:creationId id="{2827C2DB-1E56-443B-81CF-D0BB53748D3C}"/>
              </a:ext>
            </a:extLst>
          </p:cNvPr>
          <p:cNvSpPr>
            <a:spLocks noGrp="1"/>
          </p:cNvSpPr>
          <p:nvPr/>
        </p:nvSpPr>
        <p:spPr>
          <a:xfrm>
            <a:off x="8439150" y="3352800"/>
            <a:ext cx="2266950" cy="219075"/>
          </a:xfrm>
          <a:prstGeom prst="rect">
            <a:avLst/>
          </a:prstGeom>
          <a:noFill/>
          <a:ln w="0">
            <a:noFill/>
          </a:ln>
        </p:spPr>
        <p:txBody>
          <a:bodyPr lIns="0" tIns="0" rIns="0" bIns="0" anchor="t">
            <a:normAutofit fontScale="100000"/>
          </a:bodyPr>
          <a:lstStyle/>
          <a:p>
            <a:pPr algn="l">
              <a:lnSpc>
                <a:spcPct val="105000"/>
              </a:lnSpc>
              <a:buNone/>
              <a:defRPr sz="975" b="0">
                <a:solidFill>
                  <a:srgbClr val="132B45"/>
                </a:solidFill>
                <a:latin typeface="Arial"/>
                <a:ea typeface="Arial"/>
                <a:cs typeface="Arial"/>
              </a:defRPr>
            </a:pPr>
            <a:r>
              <a:rPr sz="975" b="0">
                <a:solidFill>
                  <a:srgbClr val="132B45"/>
                </a:solidFill>
                <a:latin typeface="Arial"/>
                <a:ea typeface="Arial"/>
                <a:cs typeface="Arial"/>
              </a:rPr>
              <a:t>Deadline extended to 4 Oct</a:t>
            </a:r>
          </a:p>
        </p:txBody>
      </p:sp>
      <p:sp>
        <p:nvSpPr>
          <p:cNvPr id="24" name="">
            <a:extLst>
              <a:ext uri="{FF2B5EF4-FFF2-40B4-BE49-F238E27FC236}">
                <ns2:creationId id="{60A6FFF9-9BF7-4F24-B610-62E334458950}"/>
              </a:ext>
            </a:extLst>
          </p:cNvPr>
          <p:cNvSpPr>
            <a:spLocks noGrp="1"/>
          </p:cNvSpPr>
          <p:nvPr/>
        </p:nvSpPr>
        <p:spPr>
          <a:xfrm>
            <a:off x="7524750" y="3867150"/>
            <a:ext cx="3333750" cy="466725"/>
          </a:xfrm>
          <a:prstGeom prst="roundRect">
            <a:avLst>
              <a:gd name="adj" fmla="val 22449"/>
            </a:avLst>
          </a:prstGeom>
          <a:solidFill>
            <a:srgbClr val="EAF2FC"/>
          </a:solidFill>
          <a:ln w="0">
            <a:noFill/>
          </a:ln>
        </p:spPr>
      </p:sp>
      <p:sp>
        <p:nvSpPr>
          <p:cNvPr id="25" name="">
            <a:extLst>
              <a:ext uri="{FF2B5EF4-FFF2-40B4-BE49-F238E27FC236}">
                <ns2:creationId id="{474A34D3-3710-4701-94C6-6B77A5EC3188}"/>
              </a:ext>
            </a:extLst>
          </p:cNvPr>
          <p:cNvSpPr>
            <a:spLocks noGrp="1"/>
          </p:cNvSpPr>
          <p:nvPr/>
        </p:nvSpPr>
        <p:spPr>
          <a:xfrm>
            <a:off x="7677150" y="3962400"/>
            <a:ext cx="742950" cy="219075"/>
          </a:xfrm>
          <a:prstGeom prst="rect">
            <a:avLst/>
          </a:prstGeom>
          <a:noFill/>
          <a:ln w="0">
            <a:noFill/>
          </a:ln>
        </p:spPr>
        <p:txBody>
          <a:bodyPr lIns="0" tIns="0" rIns="0" bIns="0" anchor="t">
            <a:normAutofit fontScale="100000"/>
          </a:bodyPr>
          <a:lstStyle/>
          <a:p>
            <a:pPr algn="l">
              <a:lnSpc>
                <a:spcPct val="105000"/>
              </a:lnSpc>
              <a:buNone/>
              <a:defRPr sz="975" b="1">
                <a:solidFill>
                  <a:srgbClr val="132B45"/>
                </a:solidFill>
                <a:latin typeface="Arial"/>
                <a:ea typeface="Arial"/>
                <a:cs typeface="Arial"/>
              </a:defRPr>
            </a:pPr>
            <a:r>
              <a:rPr sz="975" b="1">
                <a:solidFill>
                  <a:srgbClr val="132B45"/>
                </a:solidFill>
                <a:latin typeface="Arial"/>
                <a:ea typeface="Arial"/>
                <a:cs typeface="Arial"/>
              </a:rPr>
              <a:t>Reminder</a:t>
            </a:r>
          </a:p>
        </p:txBody>
      </p:sp>
      <p:sp>
        <p:nvSpPr>
          <p:cNvPr id="26" name="">
            <a:extLst>
              <a:ext uri="{FF2B5EF4-FFF2-40B4-BE49-F238E27FC236}">
                <ns2:creationId id="{6B1CE1EE-D00F-4D9C-9811-6D7AB9C8FD04}"/>
              </a:ext>
            </a:extLst>
          </p:cNvPr>
          <p:cNvSpPr>
            <a:spLocks noGrp="1"/>
          </p:cNvSpPr>
          <p:nvPr/>
        </p:nvSpPr>
        <p:spPr>
          <a:xfrm>
            <a:off x="8439150" y="3962400"/>
            <a:ext cx="2266950" cy="219075"/>
          </a:xfrm>
          <a:prstGeom prst="rect">
            <a:avLst/>
          </a:prstGeom>
          <a:noFill/>
          <a:ln w="0">
            <a:noFill/>
          </a:ln>
        </p:spPr>
        <p:txBody>
          <a:bodyPr lIns="0" tIns="0" rIns="0" bIns="0" anchor="t">
            <a:normAutofit fontScale="100000"/>
          </a:bodyPr>
          <a:lstStyle/>
          <a:p>
            <a:pPr algn="l">
              <a:lnSpc>
                <a:spcPct val="105000"/>
              </a:lnSpc>
              <a:buNone/>
              <a:defRPr sz="975" b="0">
                <a:solidFill>
                  <a:srgbClr val="132B45"/>
                </a:solidFill>
                <a:latin typeface="Arial"/>
                <a:ea typeface="Arial"/>
                <a:cs typeface="Arial"/>
              </a:defRPr>
            </a:pPr>
            <a:r>
              <a:rPr sz="975" b="0">
                <a:solidFill>
                  <a:srgbClr val="132B45"/>
                </a:solidFill>
                <a:latin typeface="Arial"/>
                <a:ea typeface="Arial"/>
                <a:cs typeface="Arial"/>
              </a:rPr>
              <a:t>Please submit on time</a:t>
            </a:r>
          </a:p>
        </p:txBody>
      </p:sp>
      <p:sp>
        <p:nvSpPr>
          <p:cNvPr id="27" name="">
            <a:extLst>
              <a:ext uri="{FF2B5EF4-FFF2-40B4-BE49-F238E27FC236}">
                <ns2:creationId id="{1485F143-3D31-47F3-B705-F997CDB755F8}"/>
              </a:ext>
            </a:extLst>
          </p:cNvPr>
          <p:cNvSpPr>
            <a:spLocks noGrp="1"/>
          </p:cNvSpPr>
          <p:nvPr/>
        </p:nvSpPr>
        <p:spPr>
          <a:xfrm>
            <a:off x="7524750" y="4476750"/>
            <a:ext cx="3333750" cy="466725"/>
          </a:xfrm>
          <a:prstGeom prst="roundRect">
            <a:avLst>
              <a:gd name="adj" fmla="val 22449"/>
            </a:avLst>
          </a:prstGeom>
          <a:solidFill>
            <a:srgbClr val="F1F4F7"/>
          </a:solidFill>
          <a:ln w="0">
            <a:noFill/>
          </a:ln>
        </p:spPr>
      </p:sp>
      <p:sp>
        <p:nvSpPr>
          <p:cNvPr id="28" name="">
            <a:extLst>
              <a:ext uri="{FF2B5EF4-FFF2-40B4-BE49-F238E27FC236}">
                <ns2:creationId id="{5A8E2D1E-BA99-4A29-884F-15C46896B145}"/>
              </a:ext>
            </a:extLst>
          </p:cNvPr>
          <p:cNvSpPr>
            <a:spLocks noGrp="1"/>
          </p:cNvSpPr>
          <p:nvPr/>
        </p:nvSpPr>
        <p:spPr>
          <a:xfrm>
            <a:off x="7677150" y="4572000"/>
            <a:ext cx="742950" cy="219075"/>
          </a:xfrm>
          <a:prstGeom prst="rect">
            <a:avLst/>
          </a:prstGeom>
          <a:noFill/>
          <a:ln w="0">
            <a:noFill/>
          </a:ln>
        </p:spPr>
        <p:txBody>
          <a:bodyPr lIns="0" tIns="0" rIns="0" bIns="0" anchor="t">
            <a:normAutofit fontScale="100000"/>
          </a:bodyPr>
          <a:lstStyle/>
          <a:p>
            <a:pPr algn="l">
              <a:lnSpc>
                <a:spcPct val="105000"/>
              </a:lnSpc>
              <a:buNone/>
              <a:defRPr sz="975" b="1">
                <a:solidFill>
                  <a:srgbClr val="132B45"/>
                </a:solidFill>
                <a:latin typeface="Arial"/>
                <a:ea typeface="Arial"/>
                <a:cs typeface="Arial"/>
              </a:defRPr>
            </a:pPr>
            <a:r>
              <a:rPr sz="975" b="1">
                <a:solidFill>
                  <a:srgbClr val="132B45"/>
                </a:solidFill>
                <a:latin typeface="Arial"/>
                <a:ea typeface="Arial"/>
                <a:cs typeface="Arial"/>
              </a:rPr>
              <a:t>Noise</a:t>
            </a:r>
          </a:p>
        </p:txBody>
      </p:sp>
      <p:sp>
        <p:nvSpPr>
          <p:cNvPr id="29" name="">
            <a:extLst>
              <a:ext uri="{FF2B5EF4-FFF2-40B4-BE49-F238E27FC236}">
                <ns2:creationId id="{15CBEDBF-2149-46D1-8401-9AE255C519EE}"/>
              </a:ext>
            </a:extLst>
          </p:cNvPr>
          <p:cNvSpPr>
            <a:spLocks noGrp="1"/>
          </p:cNvSpPr>
          <p:nvPr/>
        </p:nvSpPr>
        <p:spPr>
          <a:xfrm>
            <a:off x="8439150" y="4572000"/>
            <a:ext cx="2266950" cy="219075"/>
          </a:xfrm>
          <a:prstGeom prst="rect">
            <a:avLst/>
          </a:prstGeom>
          <a:noFill/>
          <a:ln w="0">
            <a:noFill/>
          </a:ln>
        </p:spPr>
        <p:txBody>
          <a:bodyPr lIns="0" tIns="0" rIns="0" bIns="0" anchor="t">
            <a:normAutofit fontScale="100000"/>
          </a:bodyPr>
          <a:lstStyle/>
          <a:p>
            <a:pPr algn="l">
              <a:lnSpc>
                <a:spcPct val="105000"/>
              </a:lnSpc>
              <a:buNone/>
              <a:defRPr sz="975" b="0">
                <a:solidFill>
                  <a:srgbClr val="132B45"/>
                </a:solidFill>
                <a:latin typeface="Arial"/>
                <a:ea typeface="Arial"/>
                <a:cs typeface="Arial"/>
              </a:defRPr>
            </a:pPr>
            <a:r>
              <a:rPr sz="975" b="0">
                <a:solidFill>
                  <a:srgbClr val="132B45"/>
                </a:solidFill>
                <a:latin typeface="Arial"/>
                <a:ea typeface="Arial"/>
                <a:cs typeface="Arial"/>
              </a:rPr>
              <a:t>Campus newsletter</a:t>
            </a:r>
          </a:p>
        </p:txBody>
      </p:sp>
      <p:sp>
        <p:nvSpPr>
          <p:cNvPr id="30" name="">
            <a:extLst>
              <a:ext uri="{FF2B5EF4-FFF2-40B4-BE49-F238E27FC236}">
                <ns2:creationId id="{027C7102-81F9-4552-A3D2-570B8C78319A}"/>
              </a:ext>
            </a:extLst>
          </p:cNvPr>
          <p:cNvSpPr>
            <a:spLocks noGrp="1"/>
          </p:cNvSpPr>
          <p:nvPr/>
        </p:nvSpPr>
        <p:spPr>
          <a:xfrm>
            <a:off x="7524750" y="5095875"/>
            <a:ext cx="3333750" cy="228600"/>
          </a:xfrm>
          <a:prstGeom prst="rect">
            <a:avLst/>
          </a:prstGeom>
          <a:noFill/>
          <a:ln w="0">
            <a:noFill/>
          </a:ln>
        </p:spPr>
        <p:txBody>
          <a:bodyPr lIns="0" tIns="0" rIns="0" bIns="0" anchor="t">
            <a:normAutofit fontScale="100000"/>
          </a:bodyPr>
          <a:lstStyle/>
          <a:p>
            <a:pPr algn="l">
              <a:lnSpc>
                <a:spcPct val="105000"/>
              </a:lnSpc>
              <a:buNone/>
              <a:defRPr sz="1125" b="1">
                <a:solidFill>
                  <a:srgbClr val="8FDCD1"/>
                </a:solidFill>
                <a:latin typeface="Arial"/>
                <a:ea typeface="Arial"/>
                <a:cs typeface="Arial"/>
              </a:defRPr>
            </a:pPr>
            <a:r>
              <a:rPr sz="1125" b="1">
                <a:solidFill>
                  <a:srgbClr val="8FDCD1"/>
                </a:solidFill>
                <a:latin typeface="Arial"/>
                <a:ea typeface="Arial"/>
                <a:cs typeface="Arial"/>
              </a:rPr>
              <a:t>The user needs one reliable final state</a:t>
            </a:r>
          </a:p>
        </p:txBody>
      </p:sp>
      <p:sp>
        <p:nvSpPr>
          <p:cNvPr id="31" name="">
            <a:extLst>
              <a:ext uri="{FF2B5EF4-FFF2-40B4-BE49-F238E27FC236}">
                <ns2:creationId id="{95C46CEC-114F-4CC6-BA35-65A148DD0C96}"/>
              </a:ext>
            </a:extLst>
          </p:cNvPr>
          <p:cNvSpPr>
            <a:spLocks noGrp="1"/>
          </p:cNvSpPr>
          <p:nvPr/>
        </p:nvSpPr>
        <p:spPr>
          <a:xfrm>
            <a:off x="590550" y="6515100"/>
            <a:ext cx="4000500" cy="190500"/>
          </a:xfrm>
          <a:prstGeom prst="rect">
            <a:avLst/>
          </a:prstGeom>
          <a:noFill/>
          <a:ln w="0">
            <a:noFill/>
          </a:ln>
        </p:spPr>
        <p:txBody>
          <a:bodyPr lIns="0" tIns="0" rIns="0" bIns="0" anchor="t">
            <a:normAutofit fontScale="100000"/>
          </a:bodyPr>
          <a:lstStyle/>
          <a:p>
            <a:pPr algn="l">
              <a:lnSpc>
                <a:spcPct val="105000"/>
              </a:lnSpc>
              <a:buNone/>
              <a:defRPr sz="825" b="0">
                <a:solidFill>
                  <a:srgbClr val="8493A4"/>
                </a:solidFill>
                <a:latin typeface="Arial"/>
                <a:ea typeface="Arial"/>
                <a:cs typeface="Arial"/>
              </a:defRPr>
            </a:pPr>
            <a:r>
              <a:rPr sz="825" b="0">
                <a:solidFill>
                  <a:srgbClr val="8493A4"/>
                </a:solidFill>
                <a:latin typeface="Arial"/>
                <a:ea typeface="Arial"/>
                <a:cs typeface="Arial"/>
              </a:rPr>
              <a:t>PE6201 Course Project · AI Scroll</a:t>
            </a:r>
          </a:p>
        </p:txBody>
      </p:sp>
      <p:sp>
        <p:nvSpPr>
          <p:cNvPr id="32" name="">
            <a:extLst>
              <a:ext uri="{FF2B5EF4-FFF2-40B4-BE49-F238E27FC236}">
                <ns2:creationId id="{E9429823-F465-4042-BF45-3101BAA75B4A}"/>
              </a:ext>
            </a:extLst>
          </p:cNvPr>
          <p:cNvSpPr>
            <a:spLocks noGrp="1"/>
          </p:cNvSpPr>
          <p:nvPr/>
        </p:nvSpPr>
        <p:spPr>
          <a:xfrm>
            <a:off x="11287125" y="6515100"/>
            <a:ext cx="285750" cy="190500"/>
          </a:xfrm>
          <a:prstGeom prst="rect">
            <a:avLst/>
          </a:prstGeom>
          <a:noFill/>
          <a:ln w="0">
            <a:noFill/>
          </a:ln>
        </p:spPr>
        <p:txBody>
          <a:bodyPr lIns="0" tIns="0" rIns="0" bIns="0" anchor="t">
            <a:normAutofit fontScale="100000"/>
          </a:bodyPr>
          <a:lstStyle/>
          <a:p>
            <a:pPr algn="r">
              <a:lnSpc>
                <a:spcPct val="105000"/>
              </a:lnSpc>
              <a:buNone/>
              <a:defRPr sz="825" b="1">
                <a:solidFill>
                  <a:srgbClr val="8493A4"/>
                </a:solidFill>
                <a:latin typeface="Arial"/>
                <a:ea typeface="Arial"/>
                <a:cs typeface="Arial"/>
              </a:defRPr>
            </a:pPr>
            <a:r>
              <a:rPr sz="825" b="1">
                <a:solidFill>
                  <a:srgbClr val="8493A4"/>
                </a:solidFill>
                <a:latin typeface="Arial"/>
                <a:ea typeface="Arial"/>
                <a:cs typeface="Arial"/>
              </a:rPr>
              <a:t>2</a:t>
            </a:r>
          </a:p>
        </p:txBody>
      </p:sp>
    </p:spTree>
    <p:extLst>
      <p:ext uri="{BB962C8B-B14F-4D97-AF65-F5344CB8AC3E}">
        <ns3:creationId val="364658770"/>
      </p:ext>
    </p:extLst>
  </p:cSld>
  <p:transition spd="slow" advClick="1">
    <p:fade/>
  </p:transition>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43" name="">
            <a:extLst>
              <a:ext uri="{FF2B5EF4-FFF2-40B4-BE49-F238E27FC236}">
                <ns2:creationId id="{BBDE4012-1DD5-465A-934F-7D3AD1FB7269}"/>
              </a:ext>
            </a:extLst>
          </p:cNvPr>
          <p:cNvSpPr>
            <a:spLocks noGrp="1"/>
          </p:cNvSpPr>
          <p:nvPr/>
        </p:nvSpPr>
        <p:spPr>
          <a:xfrm>
            <a:off x="590550" y="409575"/>
            <a:ext cx="523875" cy="238125"/>
          </a:xfrm>
          <a:prstGeom prst="rect">
            <a:avLst/>
          </a:prstGeom>
          <a:noFill/>
          <a:ln w="0">
            <a:noFill/>
          </a:ln>
        </p:spPr>
        <p:txBody>
          <a:bodyPr lIns="0" tIns="0" rIns="0" bIns="0" anchor="t">
            <a:normAutofit fontScale="100000"/>
          </a:bodyPr>
          <a:lstStyle/>
          <a:p>
            <a:pPr algn="l">
              <a:lnSpc>
                <a:spcPct val="105000"/>
              </a:lnSpc>
              <a:buNone/>
              <a:defRPr sz="975" b="1">
                <a:solidFill>
                  <a:srgbClr val="109B92"/>
                </a:solidFill>
                <a:latin typeface="Arial"/>
                <a:ea typeface="Arial"/>
                <a:cs typeface="Arial"/>
              </a:defRPr>
            </a:pPr>
            <a:r>
              <a:rPr sz="975" b="1">
                <a:solidFill>
                  <a:srgbClr val="109B92"/>
                </a:solidFill>
                <a:latin typeface="Arial"/>
                <a:ea typeface="Arial"/>
                <a:cs typeface="Arial"/>
              </a:rPr>
              <a:t>03</a:t>
            </a:r>
          </a:p>
        </p:txBody>
      </p:sp>
      <p:sp>
        <p:nvSpPr>
          <p:cNvPr id="2" name="">
            <a:extLst>
              <a:ext uri="{FF2B5EF4-FFF2-40B4-BE49-F238E27FC236}">
                <ns2:creationId id="{3C1AC24C-A7CD-43D3-83D5-8C44BB55909C}"/>
              </a:ext>
            </a:extLst>
          </p:cNvPr>
          <p:cNvSpPr>
            <a:spLocks noGrp="1"/>
          </p:cNvSpPr>
          <p:nvPr/>
        </p:nvSpPr>
        <p:spPr>
          <a:xfrm>
            <a:off x="590550" y="723900"/>
            <a:ext cx="10287000" cy="619125"/>
          </a:xfrm>
          <a:prstGeom prst="rect">
            <a:avLst/>
          </a:prstGeom>
          <a:noFill/>
          <a:ln w="0">
            <a:noFill/>
          </a:ln>
        </p:spPr>
        <p:txBody>
          <a:bodyPr lIns="0" tIns="0" rIns="0" bIns="0" anchor="t">
            <a:normAutofit fontScale="100000"/>
          </a:bodyPr>
          <a:lstStyle/>
          <a:p>
            <a:pPr algn="l">
              <a:lnSpc>
                <a:spcPct val="105000"/>
              </a:lnSpc>
              <a:buNone/>
              <a:defRPr sz="2925" b="1">
                <a:solidFill>
                  <a:srgbClr val="132B45"/>
                </a:solidFill>
                <a:latin typeface="Arial"/>
                <a:ea typeface="Arial"/>
                <a:cs typeface="Arial"/>
              </a:defRPr>
            </a:pPr>
            <a:r>
              <a:rPr sz="2925" b="1">
                <a:solidFill>
                  <a:srgbClr val="132B45"/>
                </a:solidFill>
                <a:latin typeface="Arial"/>
                <a:ea typeface="Arial"/>
                <a:cs typeface="Arial"/>
              </a:rPr>
              <a:t>Product flow from inbox to approved plan</a:t>
            </a:r>
          </a:p>
        </p:txBody>
      </p:sp>
      <p:sp>
        <p:nvSpPr>
          <p:cNvPr id="3" name="">
            <a:extLst>
              <a:ext uri="{FF2B5EF4-FFF2-40B4-BE49-F238E27FC236}">
                <ns2:creationId id="{A19AF36A-F092-4EC4-9F96-CD382143A1E5}"/>
              </a:ext>
            </a:extLst>
          </p:cNvPr>
          <p:cNvSpPr>
            <a:spLocks noGrp="1"/>
          </p:cNvSpPr>
          <p:nvPr/>
        </p:nvSpPr>
        <p:spPr>
          <a:xfrm>
            <a:off x="590550" y="1381125"/>
            <a:ext cx="647700" cy="47625"/>
          </a:xfrm>
          <a:prstGeom prst="rect">
            <a:avLst/>
          </a:prstGeom>
          <a:solidFill>
            <a:srgbClr val="109B92"/>
          </a:solidFill>
          <a:ln w="0">
            <a:noFill/>
          </a:ln>
        </p:spPr>
      </p:sp>
      <p:sp>
        <p:nvSpPr>
          <p:cNvPr id="4" name="">
            <a:extLst>
              <a:ext uri="{FF2B5EF4-FFF2-40B4-BE49-F238E27FC236}">
                <ns2:creationId id="{2F09FB89-9CD4-446A-8C00-6D9AB9B8CCBA}"/>
              </a:ext>
            </a:extLst>
          </p:cNvPr>
          <p:cNvSpPr>
            <a:spLocks noGrp="1"/>
          </p:cNvSpPr>
          <p:nvPr/>
        </p:nvSpPr>
        <p:spPr>
          <a:xfrm>
            <a:off x="523875" y="2238375"/>
            <a:ext cx="1524000" cy="1695450"/>
          </a:xfrm>
          <a:prstGeom prst="roundRect">
            <a:avLst>
              <a:gd name="adj" fmla="val 11250"/>
            </a:avLst>
          </a:prstGeom>
          <a:solidFill>
            <a:srgbClr val="F5F8FB"/>
          </a:solidFill>
          <a:ln w="9525">
            <a:solidFill>
              <a:srgbClr val="DCE6EE"/>
            </a:solidFill>
            <a:prstDash val="solid"/>
          </a:ln>
        </p:spPr>
      </p:sp>
      <p:sp>
        <p:nvSpPr>
          <p:cNvPr id="5" name="">
            <a:extLst>
              <a:ext uri="{FF2B5EF4-FFF2-40B4-BE49-F238E27FC236}">
                <ns2:creationId id="{65276EF1-BF61-42F1-8E81-8E53A6C2782F}"/>
              </a:ext>
            </a:extLst>
          </p:cNvPr>
          <p:cNvSpPr>
            <a:spLocks noGrp="1"/>
          </p:cNvSpPr>
          <p:nvPr/>
        </p:nvSpPr>
        <p:spPr>
          <a:xfrm>
            <a:off x="1028700" y="2428875"/>
            <a:ext cx="514350" cy="514350"/>
          </a:xfrm>
          <a:prstGeom prst="ellipse">
            <a:avLst/>
          </a:prstGeom>
          <a:solidFill>
            <a:srgbClr val="109B92"/>
          </a:solidFill>
          <a:ln w="0">
            <a:noFill/>
          </a:ln>
        </p:spPr>
      </p:sp>
      <p:sp>
        <p:nvSpPr>
          <p:cNvPr id="6" name="">
            <a:extLst>
              <a:ext uri="{FF2B5EF4-FFF2-40B4-BE49-F238E27FC236}">
                <ns2:creationId id="{90819F1F-840A-46D9-A3B6-D1443CE99815}"/>
              </a:ext>
            </a:extLst>
          </p:cNvPr>
          <p:cNvSpPr>
            <a:spLocks noGrp="1"/>
          </p:cNvSpPr>
          <p:nvPr/>
        </p:nvSpPr>
        <p:spPr>
          <a:xfrm>
            <a:off x="1028700" y="2533650"/>
            <a:ext cx="514350" cy="266700"/>
          </a:xfrm>
          <a:prstGeom prst="rect">
            <a:avLst/>
          </a:prstGeom>
          <a:noFill/>
          <a:ln w="0">
            <a:noFill/>
          </a:ln>
        </p:spPr>
        <p:txBody>
          <a:bodyPr lIns="0" tIns="0" rIns="0" bIns="0" anchor="ctr">
            <a:normAutofit fontScale="100000"/>
          </a:bodyPr>
          <a:lstStyle/>
          <a:p>
            <a:pPr algn="ctr">
              <a:lnSpc>
                <a:spcPct val="105000"/>
              </a:lnSpc>
              <a:buNone/>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7" name="">
            <a:extLst>
              <a:ext uri="{FF2B5EF4-FFF2-40B4-BE49-F238E27FC236}">
                <ns2:creationId id="{ADD3AA0F-3EAC-4EA3-BB24-75B812C33B72}"/>
              </a:ext>
            </a:extLst>
          </p:cNvPr>
          <p:cNvSpPr>
            <a:spLocks noGrp="1"/>
          </p:cNvSpPr>
          <p:nvPr/>
        </p:nvSpPr>
        <p:spPr>
          <a:xfrm>
            <a:off x="695325" y="3124200"/>
            <a:ext cx="1181100" cy="285750"/>
          </a:xfrm>
          <a:prstGeom prst="rect">
            <a:avLst/>
          </a:prstGeom>
          <a:noFill/>
          <a:ln w="0">
            <a:noFill/>
          </a:ln>
        </p:spPr>
        <p:txBody>
          <a:bodyPr lIns="0" tIns="0" rIns="0" bIns="0" anchor="t">
            <a:normAutofit fontScale="100000"/>
          </a:bodyPr>
          <a:lstStyle/>
          <a:p>
            <a:pPr algn="ctr">
              <a:lnSpc>
                <a:spcPct val="105000"/>
              </a:lnSpc>
              <a:buNone/>
              <a:defRPr sz="1500" b="1">
                <a:solidFill>
                  <a:srgbClr val="132B45"/>
                </a:solidFill>
                <a:latin typeface="Arial"/>
                <a:ea typeface="Arial"/>
                <a:cs typeface="Arial"/>
              </a:defRPr>
            </a:pPr>
            <a:r>
              <a:rPr sz="1500" b="1">
                <a:solidFill>
                  <a:srgbClr val="132B45"/>
                </a:solidFill>
                <a:latin typeface="Arial"/>
                <a:ea typeface="Arial"/>
                <a:cs typeface="Arial"/>
              </a:rPr>
              <a:t>Read</a:t>
            </a:r>
          </a:p>
        </p:txBody>
      </p:sp>
      <p:sp>
        <p:nvSpPr>
          <p:cNvPr id="8" name="">
            <a:extLst>
              <a:ext uri="{FF2B5EF4-FFF2-40B4-BE49-F238E27FC236}">
                <ns2:creationId id="{4370CC97-40BC-405C-B93F-7A81145452DF}"/>
              </a:ext>
            </a:extLst>
          </p:cNvPr>
          <p:cNvSpPr>
            <a:spLocks noGrp="1"/>
          </p:cNvSpPr>
          <p:nvPr/>
        </p:nvSpPr>
        <p:spPr>
          <a:xfrm>
            <a:off x="676275" y="3505200"/>
            <a:ext cx="1219200" cy="361950"/>
          </a:xfrm>
          <a:prstGeom prst="rect">
            <a:avLst/>
          </a:prstGeom>
          <a:noFill/>
          <a:ln w="0">
            <a:noFill/>
          </a:ln>
        </p:spPr>
        <p:txBody>
          <a:bodyPr lIns="0" tIns="0" rIns="0" bIns="0" anchor="t">
            <a:normAutofit fontScale="100000"/>
          </a:bodyPr>
          <a:lstStyle/>
          <a:p>
            <a:pPr algn="ctr">
              <a:lnSpc>
                <a:spcPct val="105000"/>
              </a:lnSpc>
              <a:buNone/>
              <a:defRPr sz="975" b="0">
                <a:solidFill>
                  <a:srgbClr val="66788D"/>
                </a:solidFill>
                <a:latin typeface="Arial"/>
                <a:ea typeface="Arial"/>
                <a:cs typeface="Arial"/>
              </a:defRPr>
            </a:pPr>
            <a:r>
              <a:rPr sz="975" b="0">
                <a:solidFill>
                  <a:srgbClr val="66788D"/>
                </a:solidFill>
                <a:latin typeface="Arial"/>
                <a:ea typeface="Arial"/>
                <a:cs typeface="Arial"/>
              </a:rPr>
              <a:t>Mailbox connector</a:t>
            </a:r>
          </a:p>
        </p:txBody>
      </p:sp>
      <p:sp>
        <p:nvSpPr>
          <p:cNvPr id="9" name="">
            <a:extLst>
              <a:ext uri="{FF2B5EF4-FFF2-40B4-BE49-F238E27FC236}">
                <ns2:creationId id="{E20CD406-DC9F-4739-8FFD-BCD4200F91B2}"/>
              </a:ext>
            </a:extLst>
          </p:cNvPr>
          <p:cNvSpPr>
            <a:spLocks noGrp="1"/>
          </p:cNvSpPr>
          <p:nvPr/>
        </p:nvSpPr>
        <p:spPr>
          <a:xfrm>
            <a:off x="2438400" y="2238375"/>
            <a:ext cx="1524000" cy="1695450"/>
          </a:xfrm>
          <a:prstGeom prst="roundRect">
            <a:avLst>
              <a:gd name="adj" fmla="val 11250"/>
            </a:avLst>
          </a:prstGeom>
          <a:solidFill>
            <a:srgbClr val="F5F8FB"/>
          </a:solidFill>
          <a:ln w="9525">
            <a:solidFill>
              <a:srgbClr val="DCE6EE"/>
            </a:solidFill>
            <a:prstDash val="solid"/>
          </a:ln>
        </p:spPr>
      </p:sp>
      <p:sp>
        <p:nvSpPr>
          <p:cNvPr id="10" name="">
            <a:extLst>
              <a:ext uri="{FF2B5EF4-FFF2-40B4-BE49-F238E27FC236}">
                <ns2:creationId id="{84A9B7AE-5013-413A-B6A1-FD45E0FD1706}"/>
              </a:ext>
            </a:extLst>
          </p:cNvPr>
          <p:cNvSpPr>
            <a:spLocks noGrp="1"/>
          </p:cNvSpPr>
          <p:nvPr/>
        </p:nvSpPr>
        <p:spPr>
          <a:xfrm>
            <a:off x="2943225" y="2428875"/>
            <a:ext cx="514350" cy="514350"/>
          </a:xfrm>
          <a:prstGeom prst="ellipse">
            <a:avLst/>
          </a:prstGeom>
          <a:solidFill>
            <a:srgbClr val="109B92"/>
          </a:solidFill>
          <a:ln w="0">
            <a:noFill/>
          </a:ln>
        </p:spPr>
      </p:sp>
      <p:sp>
        <p:nvSpPr>
          <p:cNvPr id="11" name="">
            <a:extLst>
              <a:ext uri="{FF2B5EF4-FFF2-40B4-BE49-F238E27FC236}">
                <ns2:creationId id="{ACA069D0-066F-446A-800B-7A7F0CB50385}"/>
              </a:ext>
            </a:extLst>
          </p:cNvPr>
          <p:cNvSpPr>
            <a:spLocks noGrp="1"/>
          </p:cNvSpPr>
          <p:nvPr/>
        </p:nvSpPr>
        <p:spPr>
          <a:xfrm>
            <a:off x="2943225" y="2533650"/>
            <a:ext cx="514350" cy="266700"/>
          </a:xfrm>
          <a:prstGeom prst="rect">
            <a:avLst/>
          </a:prstGeom>
          <a:noFill/>
          <a:ln w="0">
            <a:noFill/>
          </a:ln>
        </p:spPr>
        <p:txBody>
          <a:bodyPr lIns="0" tIns="0" rIns="0" bIns="0" anchor="ctr">
            <a:normAutofit fontScale="100000"/>
          </a:bodyPr>
          <a:lstStyle/>
          <a:p>
            <a:pPr algn="ctr">
              <a:lnSpc>
                <a:spcPct val="105000"/>
              </a:lnSpc>
              <a:buNone/>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2" name="">
            <a:extLst>
              <a:ext uri="{FF2B5EF4-FFF2-40B4-BE49-F238E27FC236}">
                <ns2:creationId id="{7E8EE78C-14CB-4291-9377-CDDD67768F9E}"/>
              </a:ext>
            </a:extLst>
          </p:cNvPr>
          <p:cNvSpPr>
            <a:spLocks noGrp="1"/>
          </p:cNvSpPr>
          <p:nvPr/>
        </p:nvSpPr>
        <p:spPr>
          <a:xfrm>
            <a:off x="2609850" y="3124200"/>
            <a:ext cx="1181100" cy="285750"/>
          </a:xfrm>
          <a:prstGeom prst="rect">
            <a:avLst/>
          </a:prstGeom>
          <a:noFill/>
          <a:ln w="0">
            <a:noFill/>
          </a:ln>
        </p:spPr>
        <p:txBody>
          <a:bodyPr lIns="0" tIns="0" rIns="0" bIns="0" anchor="t">
            <a:normAutofit fontScale="100000"/>
          </a:bodyPr>
          <a:lstStyle/>
          <a:p>
            <a:pPr algn="ctr">
              <a:lnSpc>
                <a:spcPct val="105000"/>
              </a:lnSpc>
              <a:buNone/>
              <a:defRPr sz="1500" b="1">
                <a:solidFill>
                  <a:srgbClr val="132B45"/>
                </a:solidFill>
                <a:latin typeface="Arial"/>
                <a:ea typeface="Arial"/>
                <a:cs typeface="Arial"/>
              </a:defRPr>
            </a:pPr>
            <a:r>
              <a:rPr sz="1500" b="1">
                <a:solidFill>
                  <a:srgbClr val="132B45"/>
                </a:solidFill>
                <a:latin typeface="Arial"/>
                <a:ea typeface="Arial"/>
                <a:cs typeface="Arial"/>
              </a:rPr>
              <a:t>Filter</a:t>
            </a:r>
          </a:p>
        </p:txBody>
      </p:sp>
      <p:sp>
        <p:nvSpPr>
          <p:cNvPr id="13" name="">
            <a:extLst>
              <a:ext uri="{FF2B5EF4-FFF2-40B4-BE49-F238E27FC236}">
                <ns2:creationId id="{080020EF-FC17-40A8-AFA5-85E28493A6A1}"/>
              </a:ext>
            </a:extLst>
          </p:cNvPr>
          <p:cNvSpPr>
            <a:spLocks noGrp="1"/>
          </p:cNvSpPr>
          <p:nvPr/>
        </p:nvSpPr>
        <p:spPr>
          <a:xfrm>
            <a:off x="2590800" y="3505200"/>
            <a:ext cx="1219200" cy="361950"/>
          </a:xfrm>
          <a:prstGeom prst="rect">
            <a:avLst/>
          </a:prstGeom>
          <a:noFill/>
          <a:ln w="0">
            <a:noFill/>
          </a:ln>
        </p:spPr>
        <p:txBody>
          <a:bodyPr lIns="0" tIns="0" rIns="0" bIns="0" anchor="t">
            <a:normAutofit fontScale="100000"/>
          </a:bodyPr>
          <a:lstStyle/>
          <a:p>
            <a:pPr algn="ctr">
              <a:lnSpc>
                <a:spcPct val="105000"/>
              </a:lnSpc>
              <a:buNone/>
              <a:defRPr sz="975" b="0">
                <a:solidFill>
                  <a:srgbClr val="66788D"/>
                </a:solidFill>
                <a:latin typeface="Arial"/>
                <a:ea typeface="Arial"/>
                <a:cs typeface="Arial"/>
              </a:defRPr>
            </a:pPr>
            <a:r>
              <a:rPr sz="975" b="0">
                <a:solidFill>
                  <a:srgbClr val="66788D"/>
                </a:solidFill>
                <a:latin typeface="Arial"/>
                <a:ea typeface="Arial"/>
                <a:cs typeface="Arial"/>
              </a:rPr>
              <a:t>Course scope</a:t>
            </a:r>
          </a:p>
        </p:txBody>
      </p:sp>
      <p:sp>
        <p:nvSpPr>
          <p:cNvPr id="14" name="">
            <a:extLst>
              <a:ext uri="{FF2B5EF4-FFF2-40B4-BE49-F238E27FC236}">
                <ns2:creationId id="{AE3040A6-7536-4D23-BF30-DD5390DDAF04}"/>
              </a:ext>
            </a:extLst>
          </p:cNvPr>
          <p:cNvSpPr>
            <a:spLocks noGrp="1"/>
          </p:cNvSpPr>
          <p:nvPr/>
        </p:nvSpPr>
        <p:spPr>
          <a:xfrm>
            <a:off x="4352925" y="2238375"/>
            <a:ext cx="1524000" cy="1695450"/>
          </a:xfrm>
          <a:prstGeom prst="roundRect">
            <a:avLst>
              <a:gd name="adj" fmla="val 11250"/>
            </a:avLst>
          </a:prstGeom>
          <a:solidFill>
            <a:srgbClr val="F5F8FB"/>
          </a:solidFill>
          <a:ln w="9525">
            <a:solidFill>
              <a:srgbClr val="DCE6EE"/>
            </a:solidFill>
            <a:prstDash val="solid"/>
          </a:ln>
        </p:spPr>
      </p:sp>
      <p:sp>
        <p:nvSpPr>
          <p:cNvPr id="15" name="">
            <a:extLst>
              <a:ext uri="{FF2B5EF4-FFF2-40B4-BE49-F238E27FC236}">
                <ns2:creationId id="{7A4D6A49-16CD-424E-BA70-03B00B9AF790}"/>
              </a:ext>
            </a:extLst>
          </p:cNvPr>
          <p:cNvSpPr>
            <a:spLocks noGrp="1"/>
          </p:cNvSpPr>
          <p:nvPr/>
        </p:nvSpPr>
        <p:spPr>
          <a:xfrm>
            <a:off x="4857750" y="2428875"/>
            <a:ext cx="514350" cy="514350"/>
          </a:xfrm>
          <a:prstGeom prst="ellipse">
            <a:avLst/>
          </a:prstGeom>
          <a:solidFill>
            <a:srgbClr val="109B92"/>
          </a:solidFill>
          <a:ln w="0">
            <a:noFill/>
          </a:ln>
        </p:spPr>
      </p:sp>
      <p:sp>
        <p:nvSpPr>
          <p:cNvPr id="16" name="">
            <a:extLst>
              <a:ext uri="{FF2B5EF4-FFF2-40B4-BE49-F238E27FC236}">
                <ns2:creationId id="{71975686-2628-4652-B760-7EA27E043E33}"/>
              </a:ext>
            </a:extLst>
          </p:cNvPr>
          <p:cNvSpPr>
            <a:spLocks noGrp="1"/>
          </p:cNvSpPr>
          <p:nvPr/>
        </p:nvSpPr>
        <p:spPr>
          <a:xfrm>
            <a:off x="4857750" y="2533650"/>
            <a:ext cx="514350" cy="266700"/>
          </a:xfrm>
          <a:prstGeom prst="rect">
            <a:avLst/>
          </a:prstGeom>
          <a:noFill/>
          <a:ln w="0">
            <a:noFill/>
          </a:ln>
        </p:spPr>
        <p:txBody>
          <a:bodyPr lIns="0" tIns="0" rIns="0" bIns="0" anchor="ctr">
            <a:normAutofit fontScale="100000"/>
          </a:bodyPr>
          <a:lstStyle/>
          <a:p>
            <a:pPr algn="ctr">
              <a:lnSpc>
                <a:spcPct val="105000"/>
              </a:lnSpc>
              <a:buNone/>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7" name="">
            <a:extLst>
              <a:ext uri="{FF2B5EF4-FFF2-40B4-BE49-F238E27FC236}">
                <ns2:creationId id="{9FD05449-3AE2-42F3-A09C-7F5167DF7043}"/>
              </a:ext>
            </a:extLst>
          </p:cNvPr>
          <p:cNvSpPr>
            <a:spLocks noGrp="1"/>
          </p:cNvSpPr>
          <p:nvPr/>
        </p:nvSpPr>
        <p:spPr>
          <a:xfrm>
            <a:off x="4524375" y="3124200"/>
            <a:ext cx="1181100" cy="285750"/>
          </a:xfrm>
          <a:prstGeom prst="rect">
            <a:avLst/>
          </a:prstGeom>
          <a:noFill/>
          <a:ln w="0">
            <a:noFill/>
          </a:ln>
        </p:spPr>
        <p:txBody>
          <a:bodyPr lIns="0" tIns="0" rIns="0" bIns="0" anchor="t">
            <a:normAutofit fontScale="100000"/>
          </a:bodyPr>
          <a:lstStyle/>
          <a:p>
            <a:pPr algn="ctr">
              <a:lnSpc>
                <a:spcPct val="105000"/>
              </a:lnSpc>
              <a:buNone/>
              <a:defRPr sz="1500" b="1">
                <a:solidFill>
                  <a:srgbClr val="132B45"/>
                </a:solidFill>
                <a:latin typeface="Arial"/>
                <a:ea typeface="Arial"/>
                <a:cs typeface="Arial"/>
              </a:defRPr>
            </a:pPr>
            <a:r>
              <a:rPr sz="1500" b="1">
                <a:solidFill>
                  <a:srgbClr val="132B45"/>
                </a:solidFill>
                <a:latin typeface="Arial"/>
                <a:ea typeface="Arial"/>
                <a:cs typeface="Arial"/>
              </a:rPr>
              <a:t>Extract</a:t>
            </a:r>
          </a:p>
        </p:txBody>
      </p:sp>
      <p:sp>
        <p:nvSpPr>
          <p:cNvPr id="18" name="">
            <a:extLst>
              <a:ext uri="{FF2B5EF4-FFF2-40B4-BE49-F238E27FC236}">
                <ns2:creationId id="{F4429DE1-A453-4056-B0BA-5E5855E3B906}"/>
              </a:ext>
            </a:extLst>
          </p:cNvPr>
          <p:cNvSpPr>
            <a:spLocks noGrp="1"/>
          </p:cNvSpPr>
          <p:nvPr/>
        </p:nvSpPr>
        <p:spPr>
          <a:xfrm>
            <a:off x="4505325" y="3505200"/>
            <a:ext cx="1219200" cy="361950"/>
          </a:xfrm>
          <a:prstGeom prst="rect">
            <a:avLst/>
          </a:prstGeom>
          <a:noFill/>
          <a:ln w="0">
            <a:noFill/>
          </a:ln>
        </p:spPr>
        <p:txBody>
          <a:bodyPr lIns="0" tIns="0" rIns="0" bIns="0" anchor="t">
            <a:normAutofit fontScale="100000"/>
          </a:bodyPr>
          <a:lstStyle/>
          <a:p>
            <a:pPr algn="ctr">
              <a:lnSpc>
                <a:spcPct val="105000"/>
              </a:lnSpc>
              <a:buNone/>
              <a:defRPr sz="975" b="0">
                <a:solidFill>
                  <a:srgbClr val="66788D"/>
                </a:solidFill>
                <a:latin typeface="Arial"/>
                <a:ea typeface="Arial"/>
                <a:cs typeface="Arial"/>
              </a:defRPr>
            </a:pPr>
            <a:r>
              <a:rPr sz="975" b="0">
                <a:solidFill>
                  <a:srgbClr val="66788D"/>
                </a:solidFill>
                <a:latin typeface="Arial"/>
                <a:ea typeface="Arial"/>
                <a:cs typeface="Arial"/>
              </a:rPr>
              <a:t>Task and evidence</a:t>
            </a:r>
          </a:p>
        </p:txBody>
      </p:sp>
      <p:sp>
        <p:nvSpPr>
          <p:cNvPr id="19" name="">
            <a:extLst>
              <a:ext uri="{FF2B5EF4-FFF2-40B4-BE49-F238E27FC236}">
                <ns2:creationId id="{2B7350AD-B8C2-4B8C-A1A8-036075310C8D}"/>
              </a:ext>
            </a:extLst>
          </p:cNvPr>
          <p:cNvSpPr>
            <a:spLocks noGrp="1"/>
          </p:cNvSpPr>
          <p:nvPr/>
        </p:nvSpPr>
        <p:spPr>
          <a:xfrm>
            <a:off x="6267450" y="2238375"/>
            <a:ext cx="1524000" cy="1695450"/>
          </a:xfrm>
          <a:prstGeom prst="roundRect">
            <a:avLst>
              <a:gd name="adj" fmla="val 11250"/>
            </a:avLst>
          </a:prstGeom>
          <a:solidFill>
            <a:srgbClr val="F5F8FB"/>
          </a:solidFill>
          <a:ln w="9525">
            <a:solidFill>
              <a:srgbClr val="DCE6EE"/>
            </a:solidFill>
            <a:prstDash val="solid"/>
          </a:ln>
        </p:spPr>
      </p:sp>
      <p:sp>
        <p:nvSpPr>
          <p:cNvPr id="20" name="">
            <a:extLst>
              <a:ext uri="{FF2B5EF4-FFF2-40B4-BE49-F238E27FC236}">
                <ns2:creationId id="{A127EF18-89AF-4982-8EE2-F3EDD7112022}"/>
              </a:ext>
            </a:extLst>
          </p:cNvPr>
          <p:cNvSpPr>
            <a:spLocks noGrp="1"/>
          </p:cNvSpPr>
          <p:nvPr/>
        </p:nvSpPr>
        <p:spPr>
          <a:xfrm>
            <a:off x="6772275" y="2428875"/>
            <a:ext cx="514350" cy="514350"/>
          </a:xfrm>
          <a:prstGeom prst="ellipse">
            <a:avLst/>
          </a:prstGeom>
          <a:solidFill>
            <a:srgbClr val="109B92"/>
          </a:solidFill>
          <a:ln w="0">
            <a:noFill/>
          </a:ln>
        </p:spPr>
      </p:sp>
      <p:sp>
        <p:nvSpPr>
          <p:cNvPr id="21" name="">
            <a:extLst>
              <a:ext uri="{FF2B5EF4-FFF2-40B4-BE49-F238E27FC236}">
                <ns2:creationId id="{2E8CC914-8F44-4C6C-ACCB-507F25A7D86E}"/>
              </a:ext>
            </a:extLst>
          </p:cNvPr>
          <p:cNvSpPr>
            <a:spLocks noGrp="1"/>
          </p:cNvSpPr>
          <p:nvPr/>
        </p:nvSpPr>
        <p:spPr>
          <a:xfrm>
            <a:off x="6772275" y="2533650"/>
            <a:ext cx="514350" cy="266700"/>
          </a:xfrm>
          <a:prstGeom prst="rect">
            <a:avLst/>
          </a:prstGeom>
          <a:noFill/>
          <a:ln w="0">
            <a:noFill/>
          </a:ln>
        </p:spPr>
        <p:txBody>
          <a:bodyPr lIns="0" tIns="0" rIns="0" bIns="0" anchor="ctr">
            <a:normAutofit fontScale="100000"/>
          </a:bodyPr>
          <a:lstStyle/>
          <a:p>
            <a:pPr algn="ctr">
              <a:lnSpc>
                <a:spcPct val="105000"/>
              </a:lnSpc>
              <a:buNone/>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22" name="">
            <a:extLst>
              <a:ext uri="{FF2B5EF4-FFF2-40B4-BE49-F238E27FC236}">
                <ns2:creationId id="{D7D4F82B-59C4-4F9F-B6D6-0AD846D20A0B}"/>
              </a:ext>
            </a:extLst>
          </p:cNvPr>
          <p:cNvSpPr>
            <a:spLocks noGrp="1"/>
          </p:cNvSpPr>
          <p:nvPr/>
        </p:nvSpPr>
        <p:spPr>
          <a:xfrm>
            <a:off x="6438900" y="3124200"/>
            <a:ext cx="1181100" cy="285750"/>
          </a:xfrm>
          <a:prstGeom prst="rect">
            <a:avLst/>
          </a:prstGeom>
          <a:noFill/>
          <a:ln w="0">
            <a:noFill/>
          </a:ln>
        </p:spPr>
        <p:txBody>
          <a:bodyPr lIns="0" tIns="0" rIns="0" bIns="0" anchor="t">
            <a:normAutofit fontScale="100000"/>
          </a:bodyPr>
          <a:lstStyle/>
          <a:p>
            <a:pPr algn="ctr">
              <a:lnSpc>
                <a:spcPct val="105000"/>
              </a:lnSpc>
              <a:buNone/>
              <a:defRPr sz="1500" b="1">
                <a:solidFill>
                  <a:srgbClr val="132B45"/>
                </a:solidFill>
                <a:latin typeface="Arial"/>
                <a:ea typeface="Arial"/>
                <a:cs typeface="Arial"/>
              </a:defRPr>
            </a:pPr>
            <a:r>
              <a:rPr sz="1500" b="1">
                <a:solidFill>
                  <a:srgbClr val="132B45"/>
                </a:solidFill>
                <a:latin typeface="Arial"/>
                <a:ea typeface="Arial"/>
                <a:cs typeface="Arial"/>
              </a:rPr>
              <a:t>Merge</a:t>
            </a:r>
          </a:p>
        </p:txBody>
      </p:sp>
      <p:sp>
        <p:nvSpPr>
          <p:cNvPr id="23" name="">
            <a:extLst>
              <a:ext uri="{FF2B5EF4-FFF2-40B4-BE49-F238E27FC236}">
                <ns2:creationId id="{FF383B18-84A5-4B92-B7F9-E9A12649103F}"/>
              </a:ext>
            </a:extLst>
          </p:cNvPr>
          <p:cNvSpPr>
            <a:spLocks noGrp="1"/>
          </p:cNvSpPr>
          <p:nvPr/>
        </p:nvSpPr>
        <p:spPr>
          <a:xfrm>
            <a:off x="6419850" y="3505200"/>
            <a:ext cx="1219200" cy="361950"/>
          </a:xfrm>
          <a:prstGeom prst="rect">
            <a:avLst/>
          </a:prstGeom>
          <a:noFill/>
          <a:ln w="0">
            <a:noFill/>
          </a:ln>
        </p:spPr>
        <p:txBody>
          <a:bodyPr lIns="0" tIns="0" rIns="0" bIns="0" anchor="t">
            <a:normAutofit fontScale="100000"/>
          </a:bodyPr>
          <a:lstStyle/>
          <a:p>
            <a:pPr algn="ctr">
              <a:lnSpc>
                <a:spcPct val="105000"/>
              </a:lnSpc>
              <a:buNone/>
              <a:defRPr sz="975" b="0">
                <a:solidFill>
                  <a:srgbClr val="66788D"/>
                </a:solidFill>
                <a:latin typeface="Arial"/>
                <a:ea typeface="Arial"/>
                <a:cs typeface="Arial"/>
              </a:defRPr>
            </a:pPr>
            <a:r>
              <a:rPr sz="975" b="0">
                <a:solidFill>
                  <a:srgbClr val="66788D"/>
                </a:solidFill>
                <a:latin typeface="Arial"/>
                <a:ea typeface="Arial"/>
                <a:cs typeface="Arial"/>
              </a:rPr>
              <a:t>Latest final state</a:t>
            </a:r>
          </a:p>
        </p:txBody>
      </p:sp>
      <p:sp>
        <p:nvSpPr>
          <p:cNvPr id="24" name="">
            <a:extLst>
              <a:ext uri="{FF2B5EF4-FFF2-40B4-BE49-F238E27FC236}">
                <ns2:creationId id="{25E7378C-C867-4F75-AC64-63E3CBF8E250}"/>
              </a:ext>
            </a:extLst>
          </p:cNvPr>
          <p:cNvSpPr>
            <a:spLocks noGrp="1"/>
          </p:cNvSpPr>
          <p:nvPr/>
        </p:nvSpPr>
        <p:spPr>
          <a:xfrm>
            <a:off x="8181975" y="2238375"/>
            <a:ext cx="1524000" cy="1695450"/>
          </a:xfrm>
          <a:prstGeom prst="roundRect">
            <a:avLst>
              <a:gd name="adj" fmla="val 11250"/>
            </a:avLst>
          </a:prstGeom>
          <a:solidFill>
            <a:srgbClr val="DDF6F1"/>
          </a:solidFill>
          <a:ln w="9525">
            <a:solidFill>
              <a:srgbClr val="DCE6EE"/>
            </a:solidFill>
            <a:prstDash val="solid"/>
          </a:ln>
        </p:spPr>
      </p:sp>
      <p:sp>
        <p:nvSpPr>
          <p:cNvPr id="25" name="">
            <a:extLst>
              <a:ext uri="{FF2B5EF4-FFF2-40B4-BE49-F238E27FC236}">
                <ns2:creationId id="{6E43EB6E-8127-4C7D-8BBC-C8EA5B752D37}"/>
              </a:ext>
            </a:extLst>
          </p:cNvPr>
          <p:cNvSpPr>
            <a:spLocks noGrp="1"/>
          </p:cNvSpPr>
          <p:nvPr/>
        </p:nvSpPr>
        <p:spPr>
          <a:xfrm>
            <a:off x="8686800" y="2428875"/>
            <a:ext cx="514350" cy="514350"/>
          </a:xfrm>
          <a:prstGeom prst="ellipse">
            <a:avLst/>
          </a:prstGeom>
          <a:solidFill>
            <a:srgbClr val="109B92"/>
          </a:solidFill>
          <a:ln w="0">
            <a:noFill/>
          </a:ln>
        </p:spPr>
      </p:sp>
      <p:sp>
        <p:nvSpPr>
          <p:cNvPr id="26" name="">
            <a:extLst>
              <a:ext uri="{FF2B5EF4-FFF2-40B4-BE49-F238E27FC236}">
                <ns2:creationId id="{CFC6493F-AC5C-4E28-9644-5A89D1974F99}"/>
              </a:ext>
            </a:extLst>
          </p:cNvPr>
          <p:cNvSpPr>
            <a:spLocks noGrp="1"/>
          </p:cNvSpPr>
          <p:nvPr/>
        </p:nvSpPr>
        <p:spPr>
          <a:xfrm>
            <a:off x="8686800" y="2533650"/>
            <a:ext cx="514350" cy="266700"/>
          </a:xfrm>
          <a:prstGeom prst="rect">
            <a:avLst/>
          </a:prstGeom>
          <a:noFill/>
          <a:ln w="0">
            <a:noFill/>
          </a:ln>
        </p:spPr>
        <p:txBody>
          <a:bodyPr lIns="0" tIns="0" rIns="0" bIns="0" anchor="ctr">
            <a:normAutofit fontScale="100000"/>
          </a:bodyPr>
          <a:lstStyle/>
          <a:p>
            <a:pPr algn="ctr">
              <a:lnSpc>
                <a:spcPct val="105000"/>
              </a:lnSpc>
              <a:buNone/>
              <a:defRPr sz="1350" b="1">
                <a:solidFill>
                  <a:srgbClr val="FFFFFF"/>
                </a:solidFill>
                <a:latin typeface="Arial"/>
                <a:ea typeface="Arial"/>
                <a:cs typeface="Arial"/>
              </a:defRPr>
            </a:pPr>
            <a:r>
              <a:rPr sz="1350" b="1">
                <a:solidFill>
                  <a:srgbClr val="FFFFFF"/>
                </a:solidFill>
                <a:latin typeface="Arial"/>
                <a:ea typeface="Arial"/>
                <a:cs typeface="Arial"/>
              </a:rPr>
              <a:t>5</a:t>
            </a:r>
          </a:p>
        </p:txBody>
      </p:sp>
      <p:sp>
        <p:nvSpPr>
          <p:cNvPr id="27" name="">
            <a:extLst>
              <a:ext uri="{FF2B5EF4-FFF2-40B4-BE49-F238E27FC236}">
                <ns2:creationId id="{1475C2E3-B802-4D4F-83D2-E3086F321EC4}"/>
              </a:ext>
            </a:extLst>
          </p:cNvPr>
          <p:cNvSpPr>
            <a:spLocks noGrp="1"/>
          </p:cNvSpPr>
          <p:nvPr/>
        </p:nvSpPr>
        <p:spPr>
          <a:xfrm>
            <a:off x="8353425" y="3124200"/>
            <a:ext cx="1181100" cy="285750"/>
          </a:xfrm>
          <a:prstGeom prst="rect">
            <a:avLst/>
          </a:prstGeom>
          <a:noFill/>
          <a:ln w="0">
            <a:noFill/>
          </a:ln>
        </p:spPr>
        <p:txBody>
          <a:bodyPr lIns="0" tIns="0" rIns="0" bIns="0" anchor="t">
            <a:normAutofit fontScale="100000"/>
          </a:bodyPr>
          <a:lstStyle/>
          <a:p>
            <a:pPr algn="ctr">
              <a:lnSpc>
                <a:spcPct val="105000"/>
              </a:lnSpc>
              <a:buNone/>
              <a:defRPr sz="1500" b="1">
                <a:solidFill>
                  <a:srgbClr val="132B45"/>
                </a:solidFill>
                <a:latin typeface="Arial"/>
                <a:ea typeface="Arial"/>
                <a:cs typeface="Arial"/>
              </a:defRPr>
            </a:pPr>
            <a:r>
              <a:rPr sz="1500" b="1">
                <a:solidFill>
                  <a:srgbClr val="132B45"/>
                </a:solidFill>
                <a:latin typeface="Arial"/>
                <a:ea typeface="Arial"/>
                <a:cs typeface="Arial"/>
              </a:rPr>
              <a:t>Plan</a:t>
            </a:r>
          </a:p>
        </p:txBody>
      </p:sp>
      <p:sp>
        <p:nvSpPr>
          <p:cNvPr id="28" name="">
            <a:extLst>
              <a:ext uri="{FF2B5EF4-FFF2-40B4-BE49-F238E27FC236}">
                <ns2:creationId id="{791E436A-4532-4C44-8BCE-D7288CE5D412}"/>
              </a:ext>
            </a:extLst>
          </p:cNvPr>
          <p:cNvSpPr>
            <a:spLocks noGrp="1"/>
          </p:cNvSpPr>
          <p:nvPr/>
        </p:nvSpPr>
        <p:spPr>
          <a:xfrm>
            <a:off x="8334375" y="3505200"/>
            <a:ext cx="1219200" cy="361950"/>
          </a:xfrm>
          <a:prstGeom prst="rect">
            <a:avLst/>
          </a:prstGeom>
          <a:noFill/>
          <a:ln w="0">
            <a:noFill/>
          </a:ln>
        </p:spPr>
        <p:txBody>
          <a:bodyPr lIns="0" tIns="0" rIns="0" bIns="0" anchor="t">
            <a:normAutofit fontScale="100000"/>
          </a:bodyPr>
          <a:lstStyle/>
          <a:p>
            <a:pPr algn="ctr">
              <a:lnSpc>
                <a:spcPct val="105000"/>
              </a:lnSpc>
              <a:buNone/>
              <a:defRPr sz="975" b="0">
                <a:solidFill>
                  <a:srgbClr val="66788D"/>
                </a:solidFill>
                <a:latin typeface="Arial"/>
                <a:ea typeface="Arial"/>
                <a:cs typeface="Arial"/>
              </a:defRPr>
            </a:pPr>
            <a:r>
              <a:rPr sz="975" b="0">
                <a:solidFill>
                  <a:srgbClr val="66788D"/>
                </a:solidFill>
                <a:latin typeface="Arial"/>
                <a:ea typeface="Arial"/>
                <a:cs typeface="Arial"/>
              </a:rPr>
              <a:t>Backward schedule</a:t>
            </a:r>
          </a:p>
        </p:txBody>
      </p:sp>
      <p:sp>
        <p:nvSpPr>
          <p:cNvPr id="29" name="">
            <a:extLst>
              <a:ext uri="{FF2B5EF4-FFF2-40B4-BE49-F238E27FC236}">
                <ns2:creationId id="{7CB18981-931F-4CAC-A4A2-245B1B76D777}"/>
              </a:ext>
            </a:extLst>
          </p:cNvPr>
          <p:cNvSpPr>
            <a:spLocks noGrp="1"/>
          </p:cNvSpPr>
          <p:nvPr/>
        </p:nvSpPr>
        <p:spPr>
          <a:xfrm>
            <a:off x="10096500" y="2238375"/>
            <a:ext cx="1524000" cy="1695450"/>
          </a:xfrm>
          <a:prstGeom prst="roundRect">
            <a:avLst>
              <a:gd name="adj" fmla="val 11250"/>
            </a:avLst>
          </a:prstGeom>
          <a:solidFill>
            <a:srgbClr val="092642"/>
          </a:solidFill>
          <a:ln w="9525">
            <a:solidFill>
              <a:srgbClr val="092642"/>
            </a:solidFill>
            <a:prstDash val="solid"/>
          </a:ln>
        </p:spPr>
      </p:sp>
      <p:sp>
        <p:nvSpPr>
          <p:cNvPr id="30" name="">
            <a:extLst>
              <a:ext uri="{FF2B5EF4-FFF2-40B4-BE49-F238E27FC236}">
                <ns2:creationId id="{1CEC8A94-68B2-4609-87AD-DBDB01350460}"/>
              </a:ext>
            </a:extLst>
          </p:cNvPr>
          <p:cNvSpPr>
            <a:spLocks noGrp="1"/>
          </p:cNvSpPr>
          <p:nvPr/>
        </p:nvSpPr>
        <p:spPr>
          <a:xfrm>
            <a:off x="10601325" y="2428875"/>
            <a:ext cx="514350" cy="514350"/>
          </a:xfrm>
          <a:prstGeom prst="ellipse">
            <a:avLst/>
          </a:prstGeom>
          <a:solidFill>
            <a:srgbClr val="45D6C6"/>
          </a:solidFill>
          <a:ln w="0">
            <a:noFill/>
          </a:ln>
        </p:spPr>
      </p:sp>
      <p:sp>
        <p:nvSpPr>
          <p:cNvPr id="31" name="">
            <a:extLst>
              <a:ext uri="{FF2B5EF4-FFF2-40B4-BE49-F238E27FC236}">
                <ns2:creationId id="{DC758C5C-924C-4A08-9D78-758898B0D612}"/>
              </a:ext>
            </a:extLst>
          </p:cNvPr>
          <p:cNvSpPr>
            <a:spLocks noGrp="1"/>
          </p:cNvSpPr>
          <p:nvPr/>
        </p:nvSpPr>
        <p:spPr>
          <a:xfrm>
            <a:off x="10601325" y="2533650"/>
            <a:ext cx="514350" cy="266700"/>
          </a:xfrm>
          <a:prstGeom prst="rect">
            <a:avLst/>
          </a:prstGeom>
          <a:noFill/>
          <a:ln w="0">
            <a:noFill/>
          </a:ln>
        </p:spPr>
        <p:txBody>
          <a:bodyPr lIns="0" tIns="0" rIns="0" bIns="0" anchor="ctr">
            <a:normAutofit fontScale="100000"/>
          </a:bodyPr>
          <a:lstStyle/>
          <a:p>
            <a:pPr algn="ctr">
              <a:lnSpc>
                <a:spcPct val="105000"/>
              </a:lnSpc>
              <a:buNone/>
              <a:defRPr sz="1350" b="1">
                <a:solidFill>
                  <a:srgbClr val="FFFFFF"/>
                </a:solidFill>
                <a:latin typeface="Arial"/>
                <a:ea typeface="Arial"/>
                <a:cs typeface="Arial"/>
              </a:defRPr>
            </a:pPr>
            <a:r>
              <a:rPr sz="1350" b="1">
                <a:solidFill>
                  <a:srgbClr val="FFFFFF"/>
                </a:solidFill>
                <a:latin typeface="Arial"/>
                <a:ea typeface="Arial"/>
                <a:cs typeface="Arial"/>
              </a:rPr>
              <a:t>6</a:t>
            </a:r>
          </a:p>
        </p:txBody>
      </p:sp>
      <p:sp>
        <p:nvSpPr>
          <p:cNvPr id="32" name="">
            <a:extLst>
              <a:ext uri="{FF2B5EF4-FFF2-40B4-BE49-F238E27FC236}">
                <ns2:creationId id="{AC4D1F4D-7D8D-41EA-A3BC-CB83ADB4A71B}"/>
              </a:ext>
            </a:extLst>
          </p:cNvPr>
          <p:cNvSpPr>
            <a:spLocks noGrp="1"/>
          </p:cNvSpPr>
          <p:nvPr/>
        </p:nvSpPr>
        <p:spPr>
          <a:xfrm>
            <a:off x="10267950" y="3124200"/>
            <a:ext cx="1181100" cy="285750"/>
          </a:xfrm>
          <a:prstGeom prst="rect">
            <a:avLst/>
          </a:prstGeom>
          <a:noFill/>
          <a:ln w="0">
            <a:noFill/>
          </a:ln>
        </p:spPr>
        <p:txBody>
          <a:bodyPr lIns="0" tIns="0" rIns="0" bIns="0" anchor="t">
            <a:normAutofit fontScale="100000"/>
          </a:bodyPr>
          <a:lstStyle/>
          <a:p>
            <a:pPr algn="ctr">
              <a:lnSpc>
                <a:spcPct val="105000"/>
              </a:lnSpc>
              <a:buNone/>
              <a:defRPr sz="1500" b="1">
                <a:solidFill>
                  <a:srgbClr val="FFFFFF"/>
                </a:solidFill>
                <a:latin typeface="Arial"/>
                <a:ea typeface="Arial"/>
                <a:cs typeface="Arial"/>
              </a:defRPr>
            </a:pPr>
            <a:r>
              <a:rPr sz="1500" b="1">
                <a:solidFill>
                  <a:srgbClr val="FFFFFF"/>
                </a:solidFill>
                <a:latin typeface="Arial"/>
                <a:ea typeface="Arial"/>
                <a:cs typeface="Arial"/>
              </a:rPr>
              <a:t>Approve</a:t>
            </a:r>
          </a:p>
        </p:txBody>
      </p:sp>
      <p:sp>
        <p:nvSpPr>
          <p:cNvPr id="33" name="">
            <a:extLst>
              <a:ext uri="{FF2B5EF4-FFF2-40B4-BE49-F238E27FC236}">
                <ns2:creationId id="{10C8EF6B-DB2F-4516-9391-90A9A0CE7B99}"/>
              </a:ext>
            </a:extLst>
          </p:cNvPr>
          <p:cNvSpPr>
            <a:spLocks noGrp="1"/>
          </p:cNvSpPr>
          <p:nvPr/>
        </p:nvSpPr>
        <p:spPr>
          <a:xfrm>
            <a:off x="10248900" y="3505200"/>
            <a:ext cx="1219200" cy="361950"/>
          </a:xfrm>
          <a:prstGeom prst="rect">
            <a:avLst/>
          </a:prstGeom>
          <a:noFill/>
          <a:ln w="0">
            <a:noFill/>
          </a:ln>
        </p:spPr>
        <p:txBody>
          <a:bodyPr lIns="0" tIns="0" rIns="0" bIns="0" anchor="t">
            <a:normAutofit fontScale="100000"/>
          </a:bodyPr>
          <a:lstStyle/>
          <a:p>
            <a:pPr algn="ctr">
              <a:lnSpc>
                <a:spcPct val="105000"/>
              </a:lnSpc>
              <a:buNone/>
              <a:defRPr sz="975" b="0">
                <a:solidFill>
                  <a:srgbClr val="BFD4E2"/>
                </a:solidFill>
                <a:latin typeface="Arial"/>
                <a:ea typeface="Arial"/>
                <a:cs typeface="Arial"/>
              </a:defRPr>
            </a:pPr>
            <a:r>
              <a:rPr sz="975" b="0">
                <a:solidFill>
                  <a:srgbClr val="BFD4E2"/>
                </a:solidFill>
                <a:latin typeface="Arial"/>
                <a:ea typeface="Arial"/>
                <a:cs typeface="Arial"/>
              </a:rPr>
              <a:t>Calendar gate</a:t>
            </a:r>
          </a:p>
        </p:txBody>
      </p:sp>
      <p:sp>
        <p:nvSpPr>
          <p:cNvPr id="34" name="">
            <a:extLst>
              <a:ext uri="{FF2B5EF4-FFF2-40B4-BE49-F238E27FC236}">
                <ns2:creationId id="{5B23C8ED-6889-4870-9499-89F4D7B2F6DD}"/>
              </a:ext>
            </a:extLst>
          </p:cNvPr>
          <p:cNvSpPr>
            <a:spLocks noGrp="1"/>
          </p:cNvSpPr>
          <p:nvPr/>
        </p:nvSpPr>
        <p:spPr>
          <a:xfrm>
            <a:off x="2066925" y="3314700"/>
            <a:ext cx="342900" cy="428625"/>
          </a:xfrm>
          <a:prstGeom prst="rect">
            <a:avLst/>
          </a:prstGeom>
          <a:noFill/>
          <a:ln w="0">
            <a:noFill/>
          </a:ln>
        </p:spPr>
        <p:txBody>
          <a:bodyPr lIns="0" tIns="0" rIns="0" bIns="0" anchor="ctr">
            <a:normAutofit fontScale="100000"/>
          </a:bodyPr>
          <a:lstStyle/>
          <a:p>
            <a:pPr algn="ctr">
              <a:lnSpc>
                <a:spcPct val="105000"/>
              </a:lnSpc>
              <a:buNone/>
              <a:defRPr sz="2550" b="1">
                <a:solidFill>
                  <a:srgbClr val="70CFC4"/>
                </a:solidFill>
                <a:latin typeface="Arial"/>
                <a:ea typeface="Arial"/>
                <a:cs typeface="Arial"/>
              </a:defRPr>
            </a:pPr>
            <a:r>
              <a:rPr sz="2550" b="1">
                <a:solidFill>
                  <a:srgbClr val="70CFC4"/>
                </a:solidFill>
                <a:latin typeface="Arial"/>
                <a:ea typeface="Arial"/>
                <a:cs typeface="Arial"/>
              </a:rPr>
              <a:t>›</a:t>
            </a:r>
          </a:p>
        </p:txBody>
      </p:sp>
      <p:sp>
        <p:nvSpPr>
          <p:cNvPr id="35" name="">
            <a:extLst>
              <a:ext uri="{FF2B5EF4-FFF2-40B4-BE49-F238E27FC236}">
                <ns2:creationId id="{84A7A326-6E78-4464-AAB6-CF85428DB9F6}"/>
              </a:ext>
            </a:extLst>
          </p:cNvPr>
          <p:cNvSpPr>
            <a:spLocks noGrp="1"/>
          </p:cNvSpPr>
          <p:nvPr/>
        </p:nvSpPr>
        <p:spPr>
          <a:xfrm>
            <a:off x="3981450" y="3314700"/>
            <a:ext cx="342900" cy="428625"/>
          </a:xfrm>
          <a:prstGeom prst="rect">
            <a:avLst/>
          </a:prstGeom>
          <a:noFill/>
          <a:ln w="0">
            <a:noFill/>
          </a:ln>
        </p:spPr>
        <p:txBody>
          <a:bodyPr lIns="0" tIns="0" rIns="0" bIns="0" anchor="ctr">
            <a:normAutofit fontScale="100000"/>
          </a:bodyPr>
          <a:lstStyle/>
          <a:p>
            <a:pPr algn="ctr">
              <a:lnSpc>
                <a:spcPct val="105000"/>
              </a:lnSpc>
              <a:buNone/>
              <a:defRPr sz="2550" b="1">
                <a:solidFill>
                  <a:srgbClr val="70CFC4"/>
                </a:solidFill>
                <a:latin typeface="Arial"/>
                <a:ea typeface="Arial"/>
                <a:cs typeface="Arial"/>
              </a:defRPr>
            </a:pPr>
            <a:r>
              <a:rPr sz="2550" b="1">
                <a:solidFill>
                  <a:srgbClr val="70CFC4"/>
                </a:solidFill>
                <a:latin typeface="Arial"/>
                <a:ea typeface="Arial"/>
                <a:cs typeface="Arial"/>
              </a:rPr>
              <a:t>›</a:t>
            </a:r>
          </a:p>
        </p:txBody>
      </p:sp>
      <p:sp>
        <p:nvSpPr>
          <p:cNvPr id="36" name="">
            <a:extLst>
              <a:ext uri="{FF2B5EF4-FFF2-40B4-BE49-F238E27FC236}">
                <ns2:creationId id="{B3AED400-53EC-4F16-AEFE-E36AF5CEBE22}"/>
              </a:ext>
            </a:extLst>
          </p:cNvPr>
          <p:cNvSpPr>
            <a:spLocks noGrp="1"/>
          </p:cNvSpPr>
          <p:nvPr/>
        </p:nvSpPr>
        <p:spPr>
          <a:xfrm>
            <a:off x="5895975" y="3314700"/>
            <a:ext cx="342900" cy="428625"/>
          </a:xfrm>
          <a:prstGeom prst="rect">
            <a:avLst/>
          </a:prstGeom>
          <a:noFill/>
          <a:ln w="0">
            <a:noFill/>
          </a:ln>
        </p:spPr>
        <p:txBody>
          <a:bodyPr lIns="0" tIns="0" rIns="0" bIns="0" anchor="ctr">
            <a:normAutofit fontScale="100000"/>
          </a:bodyPr>
          <a:lstStyle/>
          <a:p>
            <a:pPr algn="ctr">
              <a:lnSpc>
                <a:spcPct val="105000"/>
              </a:lnSpc>
              <a:buNone/>
              <a:defRPr sz="2550" b="1">
                <a:solidFill>
                  <a:srgbClr val="70CFC4"/>
                </a:solidFill>
                <a:latin typeface="Arial"/>
                <a:ea typeface="Arial"/>
                <a:cs typeface="Arial"/>
              </a:defRPr>
            </a:pPr>
            <a:r>
              <a:rPr sz="2550" b="1">
                <a:solidFill>
                  <a:srgbClr val="70CFC4"/>
                </a:solidFill>
                <a:latin typeface="Arial"/>
                <a:ea typeface="Arial"/>
                <a:cs typeface="Arial"/>
              </a:rPr>
              <a:t>›</a:t>
            </a:r>
          </a:p>
        </p:txBody>
      </p:sp>
      <p:sp>
        <p:nvSpPr>
          <p:cNvPr id="37" name="">
            <a:extLst>
              <a:ext uri="{FF2B5EF4-FFF2-40B4-BE49-F238E27FC236}">
                <ns2:creationId id="{305A5C05-A2F7-45E3-BF07-56806425BE07}"/>
              </a:ext>
            </a:extLst>
          </p:cNvPr>
          <p:cNvSpPr>
            <a:spLocks noGrp="1"/>
          </p:cNvSpPr>
          <p:nvPr/>
        </p:nvSpPr>
        <p:spPr>
          <a:xfrm>
            <a:off x="7810500" y="3314700"/>
            <a:ext cx="342900" cy="428625"/>
          </a:xfrm>
          <a:prstGeom prst="rect">
            <a:avLst/>
          </a:prstGeom>
          <a:noFill/>
          <a:ln w="0">
            <a:noFill/>
          </a:ln>
        </p:spPr>
        <p:txBody>
          <a:bodyPr lIns="0" tIns="0" rIns="0" bIns="0" anchor="ctr">
            <a:normAutofit fontScale="100000"/>
          </a:bodyPr>
          <a:lstStyle/>
          <a:p>
            <a:pPr algn="ctr">
              <a:lnSpc>
                <a:spcPct val="105000"/>
              </a:lnSpc>
              <a:buNone/>
              <a:defRPr sz="2550" b="1">
                <a:solidFill>
                  <a:srgbClr val="70CFC4"/>
                </a:solidFill>
                <a:latin typeface="Arial"/>
                <a:ea typeface="Arial"/>
                <a:cs typeface="Arial"/>
              </a:defRPr>
            </a:pPr>
            <a:r>
              <a:rPr sz="2550" b="1">
                <a:solidFill>
                  <a:srgbClr val="70CFC4"/>
                </a:solidFill>
                <a:latin typeface="Arial"/>
                <a:ea typeface="Arial"/>
                <a:cs typeface="Arial"/>
              </a:rPr>
              <a:t>›</a:t>
            </a:r>
          </a:p>
        </p:txBody>
      </p:sp>
      <p:sp>
        <p:nvSpPr>
          <p:cNvPr id="38" name="">
            <a:extLst>
              <a:ext uri="{FF2B5EF4-FFF2-40B4-BE49-F238E27FC236}">
                <ns2:creationId id="{2D5395E5-5003-4D09-A289-63CD97F30E5A}"/>
              </a:ext>
            </a:extLst>
          </p:cNvPr>
          <p:cNvSpPr>
            <a:spLocks noGrp="1"/>
          </p:cNvSpPr>
          <p:nvPr/>
        </p:nvSpPr>
        <p:spPr>
          <a:xfrm>
            <a:off x="9725025" y="3314700"/>
            <a:ext cx="342900" cy="428625"/>
          </a:xfrm>
          <a:prstGeom prst="rect">
            <a:avLst/>
          </a:prstGeom>
          <a:noFill/>
          <a:ln w="0">
            <a:noFill/>
          </a:ln>
        </p:spPr>
        <p:txBody>
          <a:bodyPr lIns="0" tIns="0" rIns="0" bIns="0" anchor="ctr">
            <a:normAutofit fontScale="100000"/>
          </a:bodyPr>
          <a:lstStyle/>
          <a:p>
            <a:pPr algn="ctr">
              <a:lnSpc>
                <a:spcPct val="105000"/>
              </a:lnSpc>
              <a:buNone/>
              <a:defRPr sz="2550" b="1">
                <a:solidFill>
                  <a:srgbClr val="70CFC4"/>
                </a:solidFill>
                <a:latin typeface="Arial"/>
                <a:ea typeface="Arial"/>
                <a:cs typeface="Arial"/>
              </a:defRPr>
            </a:pPr>
            <a:r>
              <a:rPr sz="2550" b="1">
                <a:solidFill>
                  <a:srgbClr val="70CFC4"/>
                </a:solidFill>
                <a:latin typeface="Arial"/>
                <a:ea typeface="Arial"/>
                <a:cs typeface="Arial"/>
              </a:rPr>
              <a:t>›</a:t>
            </a:r>
          </a:p>
        </p:txBody>
      </p:sp>
      <p:sp>
        <p:nvSpPr>
          <p:cNvPr id="39" name="">
            <a:extLst>
              <a:ext uri="{FF2B5EF4-FFF2-40B4-BE49-F238E27FC236}">
                <ns2:creationId id="{0FA8CD88-6EA6-4C4B-8F79-C0FDA513C479}"/>
              </a:ext>
            </a:extLst>
          </p:cNvPr>
          <p:cNvSpPr>
            <a:spLocks noGrp="1"/>
          </p:cNvSpPr>
          <p:nvPr/>
        </p:nvSpPr>
        <p:spPr>
          <a:xfrm>
            <a:off x="2000250" y="4619625"/>
            <a:ext cx="8191500" cy="419100"/>
          </a:xfrm>
          <a:prstGeom prst="rect">
            <a:avLst/>
          </a:prstGeom>
          <a:noFill/>
          <a:ln w="0">
            <a:noFill/>
          </a:ln>
        </p:spPr>
        <p:txBody>
          <a:bodyPr lIns="0" tIns="0" rIns="0" bIns="0" anchor="t">
            <a:normAutofit fontScale="100000"/>
          </a:bodyPr>
          <a:lstStyle/>
          <a:p>
            <a:pPr algn="ctr">
              <a:lnSpc>
                <a:spcPct val="105000"/>
              </a:lnSpc>
              <a:buNone/>
              <a:defRPr sz="1875" b="1">
                <a:solidFill>
                  <a:srgbClr val="092642"/>
                </a:solidFill>
                <a:latin typeface="Arial"/>
                <a:ea typeface="Arial"/>
                <a:cs typeface="Arial"/>
              </a:defRPr>
            </a:pPr>
            <a:r>
              <a:rPr sz="1875" b="1">
                <a:solidFill>
                  <a:srgbClr val="092642"/>
                </a:solidFill>
                <a:latin typeface="Arial"/>
                <a:ea typeface="Arial"/>
                <a:cs typeface="Arial"/>
              </a:rPr>
              <a:t>The Agent prepares the decision. The student owns the final action.</a:t>
            </a:r>
          </a:p>
        </p:txBody>
      </p:sp>
      <p:sp>
        <p:nvSpPr>
          <p:cNvPr id="40" name="">
            <a:extLst>
              <a:ext uri="{FF2B5EF4-FFF2-40B4-BE49-F238E27FC236}">
                <ns2:creationId id="{63C28DD2-C5C8-4664-809D-3CA591951D5D}"/>
              </a:ext>
            </a:extLst>
          </p:cNvPr>
          <p:cNvSpPr>
            <a:spLocks noGrp="1"/>
          </p:cNvSpPr>
          <p:nvPr/>
        </p:nvSpPr>
        <p:spPr>
          <a:xfrm>
            <a:off x="2381250" y="5191125"/>
            <a:ext cx="7429500" cy="285750"/>
          </a:xfrm>
          <a:prstGeom prst="rect">
            <a:avLst/>
          </a:prstGeom>
          <a:noFill/>
          <a:ln w="0">
            <a:noFill/>
          </a:ln>
        </p:spPr>
        <p:txBody>
          <a:bodyPr lIns="0" tIns="0" rIns="0" bIns="0" anchor="t">
            <a:normAutofit fontScale="100000"/>
          </a:bodyPr>
          <a:lstStyle/>
          <a:p>
            <a:pPr algn="ctr">
              <a:lnSpc>
                <a:spcPct val="105000"/>
              </a:lnSpc>
              <a:buNone/>
              <a:defRPr sz="1275" b="0">
                <a:solidFill>
                  <a:srgbClr val="66788D"/>
                </a:solidFill>
                <a:latin typeface="Arial"/>
                <a:ea typeface="Arial"/>
                <a:cs typeface="Arial"/>
              </a:defRPr>
            </a:pPr>
            <a:r>
              <a:rPr sz="1275" b="0">
                <a:solidFill>
                  <a:srgbClr val="66788D"/>
                </a:solidFill>
                <a:latin typeface="Arial"/>
                <a:ea typeface="Arial"/>
                <a:cs typeface="Arial"/>
              </a:rPr>
              <a:t>Every proposal links back to an exact sentence from the source email.</a:t>
            </a:r>
          </a:p>
        </p:txBody>
      </p:sp>
      <p:sp>
        <p:nvSpPr>
          <p:cNvPr id="41" name="">
            <a:extLst>
              <a:ext uri="{FF2B5EF4-FFF2-40B4-BE49-F238E27FC236}">
                <ns2:creationId id="{78B74AA7-C72A-45D1-85D5-57911A640B42}"/>
              </a:ext>
            </a:extLst>
          </p:cNvPr>
          <p:cNvSpPr>
            <a:spLocks noGrp="1"/>
          </p:cNvSpPr>
          <p:nvPr/>
        </p:nvSpPr>
        <p:spPr>
          <a:xfrm>
            <a:off x="590550" y="6515100"/>
            <a:ext cx="4000500" cy="190500"/>
          </a:xfrm>
          <a:prstGeom prst="rect">
            <a:avLst/>
          </a:prstGeom>
          <a:noFill/>
          <a:ln w="0">
            <a:noFill/>
          </a:ln>
        </p:spPr>
        <p:txBody>
          <a:bodyPr lIns="0" tIns="0" rIns="0" bIns="0" anchor="t">
            <a:normAutofit fontScale="100000"/>
          </a:bodyPr>
          <a:lstStyle/>
          <a:p>
            <a:pPr algn="l">
              <a:lnSpc>
                <a:spcPct val="105000"/>
              </a:lnSpc>
              <a:buNone/>
              <a:defRPr sz="825" b="0">
                <a:solidFill>
                  <a:srgbClr val="8493A4"/>
                </a:solidFill>
                <a:latin typeface="Arial"/>
                <a:ea typeface="Arial"/>
                <a:cs typeface="Arial"/>
              </a:defRPr>
            </a:pPr>
            <a:r>
              <a:rPr sz="825" b="0">
                <a:solidFill>
                  <a:srgbClr val="8493A4"/>
                </a:solidFill>
                <a:latin typeface="Arial"/>
                <a:ea typeface="Arial"/>
                <a:cs typeface="Arial"/>
              </a:rPr>
              <a:t>PE6201 Course Project · AI Scroll</a:t>
            </a:r>
          </a:p>
        </p:txBody>
      </p:sp>
      <p:sp>
        <p:nvSpPr>
          <p:cNvPr id="42" name="">
            <a:extLst>
              <a:ext uri="{FF2B5EF4-FFF2-40B4-BE49-F238E27FC236}">
                <ns2:creationId id="{1AC21064-E85E-4957-8661-C42BB9D01B47}"/>
              </a:ext>
            </a:extLst>
          </p:cNvPr>
          <p:cNvSpPr>
            <a:spLocks noGrp="1"/>
          </p:cNvSpPr>
          <p:nvPr/>
        </p:nvSpPr>
        <p:spPr>
          <a:xfrm>
            <a:off x="11287125" y="6515100"/>
            <a:ext cx="285750" cy="190500"/>
          </a:xfrm>
          <a:prstGeom prst="rect">
            <a:avLst/>
          </a:prstGeom>
          <a:noFill/>
          <a:ln w="0">
            <a:noFill/>
          </a:ln>
        </p:spPr>
        <p:txBody>
          <a:bodyPr lIns="0" tIns="0" rIns="0" bIns="0" anchor="t">
            <a:normAutofit fontScale="100000"/>
          </a:bodyPr>
          <a:lstStyle/>
          <a:p>
            <a:pPr algn="r">
              <a:lnSpc>
                <a:spcPct val="105000"/>
              </a:lnSpc>
              <a:buNone/>
              <a:defRPr sz="825" b="1">
                <a:solidFill>
                  <a:srgbClr val="8493A4"/>
                </a:solidFill>
                <a:latin typeface="Arial"/>
                <a:ea typeface="Arial"/>
                <a:cs typeface="Arial"/>
              </a:defRPr>
            </a:pPr>
            <a:r>
              <a:rPr sz="825" b="1">
                <a:solidFill>
                  <a:srgbClr val="8493A4"/>
                </a:solidFill>
                <a:latin typeface="Arial"/>
                <a:ea typeface="Arial"/>
                <a:cs typeface="Arial"/>
              </a:rPr>
              <a:t>3</a:t>
            </a:r>
          </a:p>
        </p:txBody>
      </p:sp>
    </p:spTree>
    <p:extLst>
      <p:ext uri="{BB962C8B-B14F-4D97-AF65-F5344CB8AC3E}">
        <ns3:creationId val="342720980"/>
      </p:ext>
    </p:extLst>
  </p:cSld>
  <p:transition spd="slow" advClick="1">
    <p:push dir="l"/>
  </p:transition>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92642"/>
        </a:solidFill>
      </p:bgPr>
    </p:bg>
    <p:spTree>
      <p:nvGrpSpPr>
        <p:cNvPr id="1" name=""/>
        <p:cNvGrpSpPr/>
        <p:nvPr/>
      </p:nvGrpSpPr>
      <p:grpSpPr>
        <a:xfrm/>
      </p:grpSpPr>
      <p:sp>
        <p:nvSpPr>
          <p:cNvPr id="41" name="">
            <a:extLst>
              <a:ext uri="{FF2B5EF4-FFF2-40B4-BE49-F238E27FC236}">
                <ns2:creationId id="{237F5122-8E3A-4A5B-99AD-118E77D4F442}"/>
              </a:ext>
            </a:extLst>
          </p:cNvPr>
          <p:cNvSpPr>
            <a:spLocks noGrp="1"/>
          </p:cNvSpPr>
          <p:nvPr/>
        </p:nvSpPr>
        <p:spPr>
          <a:xfrm>
            <a:off x="590550" y="409575"/>
            <a:ext cx="523875" cy="238125"/>
          </a:xfrm>
          <a:prstGeom prst="rect">
            <a:avLst/>
          </a:prstGeom>
          <a:noFill/>
          <a:ln w="0">
            <a:noFill/>
          </a:ln>
        </p:spPr>
        <p:txBody>
          <a:bodyPr lIns="0" tIns="0" rIns="0" bIns="0" anchor="t">
            <a:normAutofit fontScale="100000"/>
          </a:bodyPr>
          <a:lstStyle/>
          <a:p>
            <a:pPr algn="l">
              <a:lnSpc>
                <a:spcPct val="105000"/>
              </a:lnSpc>
              <a:buNone/>
              <a:defRPr sz="975" b="1">
                <a:solidFill>
                  <a:srgbClr val="8FDCD1"/>
                </a:solidFill>
                <a:latin typeface="Arial"/>
                <a:ea typeface="Arial"/>
                <a:cs typeface="Arial"/>
              </a:defRPr>
            </a:pPr>
            <a:r>
              <a:rPr sz="975" b="1">
                <a:solidFill>
                  <a:srgbClr val="8FDCD1"/>
                </a:solidFill>
                <a:latin typeface="Arial"/>
                <a:ea typeface="Arial"/>
                <a:cs typeface="Arial"/>
              </a:rPr>
              <a:t>04</a:t>
            </a:r>
          </a:p>
        </p:txBody>
      </p:sp>
      <p:sp>
        <p:nvSpPr>
          <p:cNvPr id="2" name="">
            <a:extLst>
              <a:ext uri="{FF2B5EF4-FFF2-40B4-BE49-F238E27FC236}">
                <ns2:creationId id="{AA333C25-0F72-455F-B02E-234B32E9F6A3}"/>
              </a:ext>
            </a:extLst>
          </p:cNvPr>
          <p:cNvSpPr>
            <a:spLocks noGrp="1"/>
          </p:cNvSpPr>
          <p:nvPr/>
        </p:nvSpPr>
        <p:spPr>
          <a:xfrm>
            <a:off x="590550" y="723900"/>
            <a:ext cx="10287000" cy="619125"/>
          </a:xfrm>
          <a:prstGeom prst="rect">
            <a:avLst/>
          </a:prstGeom>
          <a:noFill/>
          <a:ln w="0">
            <a:noFill/>
          </a:ln>
        </p:spPr>
        <p:txBody>
          <a:bodyPr lIns="0" tIns="0" rIns="0" bIns="0" anchor="t">
            <a:normAutofit fontScale="100000"/>
          </a:bodyPr>
          <a:lstStyle/>
          <a:p>
            <a:pPr algn="l">
              <a:lnSpc>
                <a:spcPct val="105000"/>
              </a:lnSpc>
              <a:buNone/>
              <a:defRPr sz="2925" b="1">
                <a:solidFill>
                  <a:srgbClr val="FFFFFF"/>
                </a:solidFill>
                <a:latin typeface="Arial"/>
                <a:ea typeface="Arial"/>
                <a:cs typeface="Arial"/>
              </a:defRPr>
            </a:pPr>
            <a:r>
              <a:rPr sz="2925" b="1">
                <a:solidFill>
                  <a:srgbClr val="FFFFFF"/>
                </a:solidFill>
                <a:latin typeface="Arial"/>
                <a:ea typeface="Arial"/>
                <a:cs typeface="Arial"/>
              </a:rPr>
              <a:t>The Agent loop and its tools</a:t>
            </a:r>
          </a:p>
        </p:txBody>
      </p:sp>
      <p:sp>
        <p:nvSpPr>
          <p:cNvPr id="3" name="">
            <a:extLst>
              <a:ext uri="{FF2B5EF4-FFF2-40B4-BE49-F238E27FC236}">
                <ns2:creationId id="{2C88ED11-2AF4-41A3-BD07-D11D785BBD40}"/>
              </a:ext>
            </a:extLst>
          </p:cNvPr>
          <p:cNvSpPr>
            <a:spLocks noGrp="1"/>
          </p:cNvSpPr>
          <p:nvPr/>
        </p:nvSpPr>
        <p:spPr>
          <a:xfrm>
            <a:off x="590550" y="1381125"/>
            <a:ext cx="647700" cy="47625"/>
          </a:xfrm>
          <a:prstGeom prst="rect">
            <a:avLst/>
          </a:prstGeom>
          <a:solidFill>
            <a:srgbClr val="52D8C7"/>
          </a:solidFill>
          <a:ln w="0">
            <a:noFill/>
          </a:ln>
        </p:spPr>
      </p:sp>
      <p:sp>
        <p:nvSpPr>
          <p:cNvPr id="4" name="">
            <a:extLst>
              <a:ext uri="{FF2B5EF4-FFF2-40B4-BE49-F238E27FC236}">
                <ns2:creationId id="{6E8597A3-A257-4E42-9522-8B3A1D09C8FF}"/>
              </a:ext>
            </a:extLst>
          </p:cNvPr>
          <p:cNvSpPr>
            <a:spLocks noGrp="1"/>
          </p:cNvSpPr>
          <p:nvPr/>
        </p:nvSpPr>
        <p:spPr>
          <a:xfrm>
            <a:off x="1238250" y="2000250"/>
            <a:ext cx="1809750" cy="1809750"/>
          </a:xfrm>
          <a:prstGeom prst="ellipse">
            <a:avLst/>
          </a:prstGeom>
          <a:solidFill>
            <a:srgbClr val="123E5C"/>
          </a:solidFill>
          <a:ln w="9525">
            <a:solidFill>
              <a:srgbClr val="4DD8C7"/>
            </a:solidFill>
            <a:prstDash val="solid"/>
          </a:ln>
        </p:spPr>
      </p:sp>
      <p:sp>
        <p:nvSpPr>
          <p:cNvPr id="5" name="">
            <a:extLst>
              <a:ext uri="{FF2B5EF4-FFF2-40B4-BE49-F238E27FC236}">
                <ns2:creationId id="{164D841B-C9CC-4C44-99DC-A679EBACE382}"/>
              </a:ext>
            </a:extLst>
          </p:cNvPr>
          <p:cNvSpPr>
            <a:spLocks noGrp="1"/>
          </p:cNvSpPr>
          <p:nvPr/>
        </p:nvSpPr>
        <p:spPr>
          <a:xfrm>
            <a:off x="3619500" y="2000250"/>
            <a:ext cx="1809750" cy="1809750"/>
          </a:xfrm>
          <a:prstGeom prst="ellipse">
            <a:avLst/>
          </a:prstGeom>
          <a:solidFill>
            <a:srgbClr val="174C68"/>
          </a:solidFill>
          <a:ln w="9525">
            <a:solidFill>
              <a:srgbClr val="4DD8C7"/>
            </a:solidFill>
            <a:prstDash val="solid"/>
          </a:ln>
        </p:spPr>
      </p:sp>
      <p:sp>
        <p:nvSpPr>
          <p:cNvPr id="6" name="">
            <a:extLst>
              <a:ext uri="{FF2B5EF4-FFF2-40B4-BE49-F238E27FC236}">
                <ns2:creationId id="{B95AF570-C9DF-4BF3-A45B-A02E9B9EF86A}"/>
              </a:ext>
            </a:extLst>
          </p:cNvPr>
          <p:cNvSpPr>
            <a:spLocks noGrp="1"/>
          </p:cNvSpPr>
          <p:nvPr/>
        </p:nvSpPr>
        <p:spPr>
          <a:xfrm>
            <a:off x="6000750" y="2000250"/>
            <a:ext cx="1809750" cy="1809750"/>
          </a:xfrm>
          <a:prstGeom prst="ellipse">
            <a:avLst/>
          </a:prstGeom>
          <a:solidFill>
            <a:srgbClr val="146B70"/>
          </a:solidFill>
          <a:ln w="9525">
            <a:solidFill>
              <a:srgbClr val="4DD8C7"/>
            </a:solidFill>
            <a:prstDash val="solid"/>
          </a:ln>
        </p:spPr>
      </p:sp>
      <p:sp>
        <p:nvSpPr>
          <p:cNvPr id="7" name="">
            <a:extLst>
              <a:ext uri="{FF2B5EF4-FFF2-40B4-BE49-F238E27FC236}">
                <ns2:creationId id="{41F0DE16-9F50-442C-86DD-24C4E6F9A0D2}"/>
              </a:ext>
            </a:extLst>
          </p:cNvPr>
          <p:cNvSpPr>
            <a:spLocks noGrp="1"/>
          </p:cNvSpPr>
          <p:nvPr/>
        </p:nvSpPr>
        <p:spPr>
          <a:xfrm>
            <a:off x="1476375" y="2514600"/>
            <a:ext cx="1333500" cy="266700"/>
          </a:xfrm>
          <a:prstGeom prst="rect">
            <a:avLst/>
          </a:prstGeom>
          <a:noFill/>
          <a:ln w="0">
            <a:noFill/>
          </a:ln>
        </p:spPr>
        <p:txBody>
          <a:bodyPr lIns="0" tIns="0" rIns="0" bIns="0" anchor="t">
            <a:normAutofit fontScale="100000"/>
          </a:bodyPr>
          <a:lstStyle/>
          <a:p>
            <a:pPr algn="ctr">
              <a:lnSpc>
                <a:spcPct val="105000"/>
              </a:lnSpc>
              <a:buNone/>
              <a:defRPr sz="1350" b="1">
                <a:solidFill>
                  <a:srgbClr val="8FDCD1"/>
                </a:solidFill>
                <a:latin typeface="Arial"/>
                <a:ea typeface="Arial"/>
                <a:cs typeface="Arial"/>
              </a:defRPr>
            </a:pPr>
            <a:r>
              <a:rPr sz="1350" b="1">
                <a:solidFill>
                  <a:srgbClr val="8FDCD1"/>
                </a:solidFill>
                <a:latin typeface="Arial"/>
                <a:ea typeface="Arial"/>
                <a:cs typeface="Arial"/>
              </a:rPr>
              <a:t>OBSERVE</a:t>
            </a:r>
          </a:p>
        </p:txBody>
      </p:sp>
      <p:sp>
        <p:nvSpPr>
          <p:cNvPr id="8" name="">
            <a:extLst>
              <a:ext uri="{FF2B5EF4-FFF2-40B4-BE49-F238E27FC236}">
                <ns2:creationId id="{CE11665E-5F1F-46F3-942D-FDE153EDCDAE}"/>
              </a:ext>
            </a:extLst>
          </p:cNvPr>
          <p:cNvSpPr>
            <a:spLocks noGrp="1"/>
          </p:cNvSpPr>
          <p:nvPr/>
        </p:nvSpPr>
        <p:spPr>
          <a:xfrm>
            <a:off x="1476375" y="2905125"/>
            <a:ext cx="1333500" cy="495300"/>
          </a:xfrm>
          <a:prstGeom prst="rect">
            <a:avLst/>
          </a:prstGeom>
          <a:noFill/>
          <a:ln w="0">
            <a:noFill/>
          </a:ln>
        </p:spPr>
        <p:txBody>
          <a:bodyPr lIns="0" tIns="0" rIns="0" bIns="0" anchor="t">
            <a:normAutofit fontScale="100000"/>
          </a:bodyPr>
          <a:lstStyle/>
          <a:p>
            <a:pPr algn="ctr">
              <a:lnSpc>
                <a:spcPct val="105000"/>
              </a:lnSpc>
              <a:buNone/>
              <a:defRPr sz="1275" b="0">
                <a:solidFill>
                  <a:srgbClr val="FFFFFF"/>
                </a:solidFill>
                <a:latin typeface="Arial"/>
                <a:ea typeface="Arial"/>
                <a:cs typeface="Arial"/>
              </a:defRPr>
            </a:pPr>
            <a:r>
              <a:rPr sz="1275" b="0">
                <a:solidFill>
                  <a:srgbClr val="FFFFFF"/>
                </a:solidFill>
                <a:latin typeface="Arial"/>
                <a:ea typeface="Arial"/>
                <a:cs typeface="Arial"/>
              </a:rPr>
              <a:t>Read inbox</a:t>
            </a:r>
          </a:p>
          <a:p>
            <a:pPr algn="ctr">
              <a:lnSpc>
                <a:spcPct val="105000"/>
              </a:lnSpc>
              <a:buNone/>
              <a:defRPr sz="1275" b="0">
                <a:solidFill>
                  <a:srgbClr val="FFFFFF"/>
                </a:solidFill>
                <a:latin typeface="Arial"/>
                <a:ea typeface="Arial"/>
                <a:cs typeface="Arial"/>
              </a:defRPr>
            </a:pPr>
            <a:r>
              <a:rPr sz="1275" b="0">
                <a:solidFill>
                  <a:srgbClr val="FFFFFF"/>
                </a:solidFill>
                <a:latin typeface="Arial"/>
                <a:ea typeface="Arial"/>
                <a:cs typeface="Arial"/>
              </a:rPr>
              <a:t>and current state</a:t>
            </a:r>
          </a:p>
        </p:txBody>
      </p:sp>
      <p:sp>
        <p:nvSpPr>
          <p:cNvPr id="9" name="">
            <a:extLst>
              <a:ext uri="{FF2B5EF4-FFF2-40B4-BE49-F238E27FC236}">
                <ns2:creationId id="{08A0FE59-0F4F-46CE-9BE0-D884B82AC125}"/>
              </a:ext>
            </a:extLst>
          </p:cNvPr>
          <p:cNvSpPr>
            <a:spLocks noGrp="1"/>
          </p:cNvSpPr>
          <p:nvPr/>
        </p:nvSpPr>
        <p:spPr>
          <a:xfrm>
            <a:off x="3857625" y="2514600"/>
            <a:ext cx="1333500" cy="266700"/>
          </a:xfrm>
          <a:prstGeom prst="rect">
            <a:avLst/>
          </a:prstGeom>
          <a:noFill/>
          <a:ln w="0">
            <a:noFill/>
          </a:ln>
        </p:spPr>
        <p:txBody>
          <a:bodyPr lIns="0" tIns="0" rIns="0" bIns="0" anchor="t">
            <a:normAutofit fontScale="100000"/>
          </a:bodyPr>
          <a:lstStyle/>
          <a:p>
            <a:pPr algn="ctr">
              <a:lnSpc>
                <a:spcPct val="105000"/>
              </a:lnSpc>
              <a:buNone/>
              <a:defRPr sz="1350" b="1">
                <a:solidFill>
                  <a:srgbClr val="8FDCD1"/>
                </a:solidFill>
                <a:latin typeface="Arial"/>
                <a:ea typeface="Arial"/>
                <a:cs typeface="Arial"/>
              </a:defRPr>
            </a:pPr>
            <a:r>
              <a:rPr sz="1350" b="1">
                <a:solidFill>
                  <a:srgbClr val="8FDCD1"/>
                </a:solidFill>
                <a:latin typeface="Arial"/>
                <a:ea typeface="Arial"/>
                <a:cs typeface="Arial"/>
              </a:rPr>
              <a:t>REASON</a:t>
            </a:r>
          </a:p>
        </p:txBody>
      </p:sp>
      <p:sp>
        <p:nvSpPr>
          <p:cNvPr id="10" name="">
            <a:extLst>
              <a:ext uri="{FF2B5EF4-FFF2-40B4-BE49-F238E27FC236}">
                <ns2:creationId id="{82E52D5B-023A-4344-B763-F50B76F2DB80}"/>
              </a:ext>
            </a:extLst>
          </p:cNvPr>
          <p:cNvSpPr>
            <a:spLocks noGrp="1"/>
          </p:cNvSpPr>
          <p:nvPr/>
        </p:nvSpPr>
        <p:spPr>
          <a:xfrm>
            <a:off x="3857625" y="2905125"/>
            <a:ext cx="1333500" cy="495300"/>
          </a:xfrm>
          <a:prstGeom prst="rect">
            <a:avLst/>
          </a:prstGeom>
          <a:noFill/>
          <a:ln w="0">
            <a:noFill/>
          </a:ln>
        </p:spPr>
        <p:txBody>
          <a:bodyPr lIns="0" tIns="0" rIns="0" bIns="0" anchor="t">
            <a:normAutofit fontScale="91091"/>
          </a:bodyPr>
          <a:lstStyle/>
          <a:p>
            <a:pPr algn="ctr">
              <a:lnSpc>
                <a:spcPct val="105000"/>
              </a:lnSpc>
              <a:buNone/>
              <a:defRPr sz="1275" b="0">
                <a:solidFill>
                  <a:srgbClr val="FFFFFF"/>
                </a:solidFill>
                <a:latin typeface="Arial"/>
                <a:ea typeface="Arial"/>
                <a:cs typeface="Arial"/>
              </a:defRPr>
            </a:pPr>
            <a:r>
              <a:rPr sz="1275" b="0">
                <a:solidFill>
                  <a:srgbClr val="FFFFFF"/>
                </a:solidFill>
                <a:latin typeface="Arial"/>
                <a:ea typeface="Arial"/>
                <a:cs typeface="Arial"/>
              </a:rPr>
              <a:t>Choose tools</a:t>
            </a:r>
          </a:p>
          <a:p>
            <a:pPr algn="ctr">
              <a:lnSpc>
                <a:spcPct val="105000"/>
              </a:lnSpc>
              <a:buNone/>
              <a:defRPr sz="1275" b="0">
                <a:solidFill>
                  <a:srgbClr val="FFFFFF"/>
                </a:solidFill>
                <a:latin typeface="Arial"/>
                <a:ea typeface="Arial"/>
                <a:cs typeface="Arial"/>
              </a:defRPr>
            </a:pPr>
            <a:r>
              <a:rPr sz="1275" b="0">
                <a:solidFill>
                  <a:srgbClr val="FFFFFF"/>
                </a:solidFill>
                <a:latin typeface="Arial"/>
                <a:ea typeface="Arial"/>
                <a:cs typeface="Arial"/>
              </a:rPr>
              <a:t>and resolve updates</a:t>
            </a:r>
          </a:p>
        </p:txBody>
      </p:sp>
      <p:sp>
        <p:nvSpPr>
          <p:cNvPr id="11" name="">
            <a:extLst>
              <a:ext uri="{FF2B5EF4-FFF2-40B4-BE49-F238E27FC236}">
                <ns2:creationId id="{CF38F41F-C812-4BE6-B972-33218911B725}"/>
              </a:ext>
            </a:extLst>
          </p:cNvPr>
          <p:cNvSpPr>
            <a:spLocks noGrp="1"/>
          </p:cNvSpPr>
          <p:nvPr/>
        </p:nvSpPr>
        <p:spPr>
          <a:xfrm>
            <a:off x="6238875" y="2514600"/>
            <a:ext cx="1333500" cy="266700"/>
          </a:xfrm>
          <a:prstGeom prst="rect">
            <a:avLst/>
          </a:prstGeom>
          <a:noFill/>
          <a:ln w="0">
            <a:noFill/>
          </a:ln>
        </p:spPr>
        <p:txBody>
          <a:bodyPr lIns="0" tIns="0" rIns="0" bIns="0" anchor="t">
            <a:normAutofit fontScale="100000"/>
          </a:bodyPr>
          <a:lstStyle/>
          <a:p>
            <a:pPr algn="ctr">
              <a:lnSpc>
                <a:spcPct val="105000"/>
              </a:lnSpc>
              <a:buNone/>
              <a:defRPr sz="1350" b="1">
                <a:solidFill>
                  <a:srgbClr val="8FDCD1"/>
                </a:solidFill>
                <a:latin typeface="Arial"/>
                <a:ea typeface="Arial"/>
                <a:cs typeface="Arial"/>
              </a:defRPr>
            </a:pPr>
            <a:r>
              <a:rPr sz="1350" b="1">
                <a:solidFill>
                  <a:srgbClr val="8FDCD1"/>
                </a:solidFill>
                <a:latin typeface="Arial"/>
                <a:ea typeface="Arial"/>
                <a:cs typeface="Arial"/>
              </a:rPr>
              <a:t>ACT</a:t>
            </a:r>
          </a:p>
        </p:txBody>
      </p:sp>
      <p:sp>
        <p:nvSpPr>
          <p:cNvPr id="12" name="">
            <a:extLst>
              <a:ext uri="{FF2B5EF4-FFF2-40B4-BE49-F238E27FC236}">
                <ns2:creationId id="{C18DBA31-72DB-4EA3-898F-BE1337B1B56C}"/>
              </a:ext>
            </a:extLst>
          </p:cNvPr>
          <p:cNvSpPr>
            <a:spLocks noGrp="1"/>
          </p:cNvSpPr>
          <p:nvPr/>
        </p:nvSpPr>
        <p:spPr>
          <a:xfrm>
            <a:off x="6238875" y="2905125"/>
            <a:ext cx="1333500" cy="495300"/>
          </a:xfrm>
          <a:prstGeom prst="rect">
            <a:avLst/>
          </a:prstGeom>
          <a:noFill/>
          <a:ln w="0">
            <a:noFill/>
          </a:ln>
        </p:spPr>
        <p:txBody>
          <a:bodyPr lIns="0" tIns="0" rIns="0" bIns="0" anchor="t">
            <a:normAutofit fontScale="97756"/>
          </a:bodyPr>
          <a:lstStyle/>
          <a:p>
            <a:pPr algn="ctr">
              <a:lnSpc>
                <a:spcPct val="105000"/>
              </a:lnSpc>
              <a:buNone/>
              <a:defRPr sz="1275" b="0">
                <a:solidFill>
                  <a:srgbClr val="FFFFFF"/>
                </a:solidFill>
                <a:latin typeface="Arial"/>
                <a:ea typeface="Arial"/>
                <a:cs typeface="Arial"/>
              </a:defRPr>
            </a:pPr>
            <a:r>
              <a:rPr sz="1275" b="0">
                <a:solidFill>
                  <a:srgbClr val="FFFFFF"/>
                </a:solidFill>
                <a:latin typeface="Arial"/>
                <a:ea typeface="Arial"/>
                <a:cs typeface="Arial"/>
              </a:rPr>
              <a:t>Prepare plan</a:t>
            </a:r>
          </a:p>
          <a:p>
            <a:pPr algn="ctr">
              <a:lnSpc>
                <a:spcPct val="105000"/>
              </a:lnSpc>
              <a:buNone/>
              <a:defRPr sz="1275" b="0">
                <a:solidFill>
                  <a:srgbClr val="FFFFFF"/>
                </a:solidFill>
                <a:latin typeface="Arial"/>
                <a:ea typeface="Arial"/>
                <a:cs typeface="Arial"/>
              </a:defRPr>
            </a:pPr>
            <a:r>
              <a:rPr sz="1275" b="0">
                <a:solidFill>
                  <a:srgbClr val="FFFFFF"/>
                </a:solidFill>
                <a:latin typeface="Arial"/>
                <a:ea typeface="Arial"/>
                <a:cs typeface="Arial"/>
              </a:rPr>
              <a:t>and stop for review</a:t>
            </a:r>
          </a:p>
        </p:txBody>
      </p:sp>
      <p:sp>
        <p:nvSpPr>
          <p:cNvPr id="13" name="">
            <a:extLst>
              <a:ext uri="{FF2B5EF4-FFF2-40B4-BE49-F238E27FC236}">
                <ns2:creationId id="{60207DFC-745A-4B32-88C6-C8A7E1A23BB8}"/>
              </a:ext>
            </a:extLst>
          </p:cNvPr>
          <p:cNvSpPr>
            <a:spLocks noGrp="1"/>
          </p:cNvSpPr>
          <p:nvPr/>
        </p:nvSpPr>
        <p:spPr>
          <a:xfrm>
            <a:off x="3143250" y="2647950"/>
            <a:ext cx="381000" cy="571500"/>
          </a:xfrm>
          <a:prstGeom prst="rect">
            <a:avLst/>
          </a:prstGeom>
          <a:noFill/>
          <a:ln w="0">
            <a:noFill/>
          </a:ln>
        </p:spPr>
        <p:txBody>
          <a:bodyPr lIns="0" tIns="0" rIns="0" bIns="0" anchor="ctr">
            <a:normAutofit fontScale="100000"/>
          </a:bodyPr>
          <a:lstStyle/>
          <a:p>
            <a:pPr algn="ctr">
              <a:lnSpc>
                <a:spcPct val="105000"/>
              </a:lnSpc>
              <a:buNone/>
              <a:defRPr sz="2850" b="1">
                <a:solidFill>
                  <a:srgbClr val="4DD8C7"/>
                </a:solidFill>
                <a:latin typeface="Arial"/>
                <a:ea typeface="Arial"/>
                <a:cs typeface="Arial"/>
              </a:defRPr>
            </a:pPr>
            <a:r>
              <a:rPr sz="2850" b="1">
                <a:solidFill>
                  <a:srgbClr val="4DD8C7"/>
                </a:solidFill>
                <a:latin typeface="Arial"/>
                <a:ea typeface="Arial"/>
                <a:cs typeface="Arial"/>
              </a:rPr>
              <a:t>›</a:t>
            </a:r>
          </a:p>
        </p:txBody>
      </p:sp>
      <p:sp>
        <p:nvSpPr>
          <p:cNvPr id="14" name="">
            <a:extLst>
              <a:ext uri="{FF2B5EF4-FFF2-40B4-BE49-F238E27FC236}">
                <ns2:creationId id="{474E2333-963B-4A27-BD92-F9784E1C011C}"/>
              </a:ext>
            </a:extLst>
          </p:cNvPr>
          <p:cNvSpPr>
            <a:spLocks noGrp="1"/>
          </p:cNvSpPr>
          <p:nvPr/>
        </p:nvSpPr>
        <p:spPr>
          <a:xfrm>
            <a:off x="5524500" y="2647950"/>
            <a:ext cx="381000" cy="571500"/>
          </a:xfrm>
          <a:prstGeom prst="rect">
            <a:avLst/>
          </a:prstGeom>
          <a:noFill/>
          <a:ln w="0">
            <a:noFill/>
          </a:ln>
        </p:spPr>
        <p:txBody>
          <a:bodyPr lIns="0" tIns="0" rIns="0" bIns="0" anchor="ctr">
            <a:normAutofit fontScale="100000"/>
          </a:bodyPr>
          <a:lstStyle/>
          <a:p>
            <a:pPr algn="ctr">
              <a:lnSpc>
                <a:spcPct val="105000"/>
              </a:lnSpc>
              <a:buNone/>
              <a:defRPr sz="2850" b="1">
                <a:solidFill>
                  <a:srgbClr val="4DD8C7"/>
                </a:solidFill>
                <a:latin typeface="Arial"/>
                <a:ea typeface="Arial"/>
                <a:cs typeface="Arial"/>
              </a:defRPr>
            </a:pPr>
            <a:r>
              <a:rPr sz="2850" b="1">
                <a:solidFill>
                  <a:srgbClr val="4DD8C7"/>
                </a:solidFill>
                <a:latin typeface="Arial"/>
                <a:ea typeface="Arial"/>
                <a:cs typeface="Arial"/>
              </a:rPr>
              <a:t>›</a:t>
            </a:r>
          </a:p>
        </p:txBody>
      </p:sp>
      <p:sp>
        <p:nvSpPr>
          <p:cNvPr id="15" name="">
            <a:extLst>
              <a:ext uri="{FF2B5EF4-FFF2-40B4-BE49-F238E27FC236}">
                <ns2:creationId id="{057E17DF-1378-4359-90B5-4557F2EF3D59}"/>
              </a:ext>
            </a:extLst>
          </p:cNvPr>
          <p:cNvSpPr>
            <a:spLocks noGrp="1"/>
          </p:cNvSpPr>
          <p:nvPr/>
        </p:nvSpPr>
        <p:spPr>
          <a:xfrm>
            <a:off x="8572500" y="1809750"/>
            <a:ext cx="2905125" cy="3143250"/>
          </a:xfrm>
          <a:prstGeom prst="roundRect">
            <a:avLst>
              <a:gd name="adj" fmla="val 6557"/>
            </a:avLst>
          </a:prstGeom>
          <a:solidFill>
            <a:srgbClr val="F7FBFD"/>
          </a:solidFill>
          <a:ln w="0">
            <a:noFill/>
          </a:ln>
        </p:spPr>
      </p:sp>
      <p:sp>
        <p:nvSpPr>
          <p:cNvPr id="16" name="">
            <a:extLst>
              <a:ext uri="{FF2B5EF4-FFF2-40B4-BE49-F238E27FC236}">
                <ns2:creationId id="{C458819F-7E16-4403-A173-392CDB14087E}"/>
              </a:ext>
            </a:extLst>
          </p:cNvPr>
          <p:cNvSpPr>
            <a:spLocks noGrp="1"/>
          </p:cNvSpPr>
          <p:nvPr/>
        </p:nvSpPr>
        <p:spPr>
          <a:xfrm>
            <a:off x="8896350" y="2114550"/>
            <a:ext cx="2238375" cy="304800"/>
          </a:xfrm>
          <a:prstGeom prst="rect">
            <a:avLst/>
          </a:prstGeom>
          <a:noFill/>
          <a:ln w="0">
            <a:noFill/>
          </a:ln>
        </p:spPr>
        <p:txBody>
          <a:bodyPr lIns="0" tIns="0" rIns="0" bIns="0" anchor="t">
            <a:normAutofit fontScale="100000"/>
          </a:bodyPr>
          <a:lstStyle/>
          <a:p>
            <a:pPr algn="l">
              <a:lnSpc>
                <a:spcPct val="105000"/>
              </a:lnSpc>
              <a:buNone/>
              <a:defRPr sz="1575" b="1">
                <a:solidFill>
                  <a:srgbClr val="132B45"/>
                </a:solidFill>
                <a:latin typeface="Arial"/>
                <a:ea typeface="Arial"/>
                <a:cs typeface="Arial"/>
              </a:defRPr>
            </a:pPr>
            <a:r>
              <a:rPr sz="1575" b="1">
                <a:solidFill>
                  <a:srgbClr val="132B45"/>
                </a:solidFill>
                <a:latin typeface="Arial"/>
                <a:ea typeface="Arial"/>
                <a:cs typeface="Arial"/>
              </a:rPr>
              <a:t>Five working tools</a:t>
            </a:r>
          </a:p>
        </p:txBody>
      </p:sp>
      <p:sp>
        <p:nvSpPr>
          <p:cNvPr id="17" name="">
            <a:extLst>
              <a:ext uri="{FF2B5EF4-FFF2-40B4-BE49-F238E27FC236}">
                <ns2:creationId id="{B5A9E17F-89FA-482F-A754-7A5D4DB00F65}"/>
              </a:ext>
            </a:extLst>
          </p:cNvPr>
          <p:cNvSpPr>
            <a:spLocks noGrp="1"/>
          </p:cNvSpPr>
          <p:nvPr/>
        </p:nvSpPr>
        <p:spPr>
          <a:xfrm>
            <a:off x="8905875" y="2667000"/>
            <a:ext cx="180975" cy="180975"/>
          </a:xfrm>
          <a:prstGeom prst="ellipse">
            <a:avLst/>
          </a:prstGeom>
          <a:solidFill>
            <a:srgbClr val="109B92"/>
          </a:solidFill>
          <a:ln w="0">
            <a:noFill/>
          </a:ln>
        </p:spPr>
      </p:sp>
      <p:sp>
        <p:nvSpPr>
          <p:cNvPr id="18" name="">
            <a:extLst>
              <a:ext uri="{FF2B5EF4-FFF2-40B4-BE49-F238E27FC236}">
                <ns2:creationId id="{1EF9263E-1A01-4A11-8587-7E5ECAC6F107}"/>
              </a:ext>
            </a:extLst>
          </p:cNvPr>
          <p:cNvSpPr>
            <a:spLocks noGrp="1"/>
          </p:cNvSpPr>
          <p:nvPr/>
        </p:nvSpPr>
        <p:spPr>
          <a:xfrm>
            <a:off x="8905875" y="2676525"/>
            <a:ext cx="180975" cy="142875"/>
          </a:xfrm>
          <a:prstGeom prst="rect">
            <a:avLst/>
          </a:prstGeom>
          <a:noFill/>
          <a:ln w="0">
            <a:noFill/>
          </a:ln>
        </p:spPr>
        <p:txBody>
          <a:bodyPr lIns="0" tIns="0" rIns="0" bIns="0" anchor="t">
            <a:normAutofit fontScale="100000"/>
          </a:bodyPr>
          <a:lstStyle/>
          <a:p>
            <a:pPr algn="ctr">
              <a:lnSpc>
                <a:spcPct val="105000"/>
              </a:lnSpc>
              <a:buNone/>
              <a:defRPr sz="675" b="1">
                <a:solidFill>
                  <a:srgbClr val="FFFFFF"/>
                </a:solidFill>
                <a:latin typeface="Arial"/>
                <a:ea typeface="Arial"/>
                <a:cs typeface="Arial"/>
              </a:defRPr>
            </a:pPr>
            <a:r>
              <a:rPr sz="675" b="1">
                <a:solidFill>
                  <a:srgbClr val="FFFFFF"/>
                </a:solidFill>
                <a:latin typeface="Arial"/>
                <a:ea typeface="Arial"/>
                <a:cs typeface="Arial"/>
              </a:rPr>
              <a:t>1</a:t>
            </a:r>
          </a:p>
        </p:txBody>
      </p:sp>
      <p:sp>
        <p:nvSpPr>
          <p:cNvPr id="19" name="">
            <a:extLst>
              <a:ext uri="{FF2B5EF4-FFF2-40B4-BE49-F238E27FC236}">
                <ns2:creationId id="{D81948D8-30B0-4117-B56B-6948C3415E9C}"/>
              </a:ext>
            </a:extLst>
          </p:cNvPr>
          <p:cNvSpPr>
            <a:spLocks noGrp="1"/>
          </p:cNvSpPr>
          <p:nvPr/>
        </p:nvSpPr>
        <p:spPr>
          <a:xfrm>
            <a:off x="9210675" y="2647950"/>
            <a:ext cx="1924050" cy="171450"/>
          </a:xfrm>
          <a:prstGeom prst="rect">
            <a:avLst/>
          </a:prstGeom>
          <a:noFill/>
          <a:ln w="0">
            <a:noFill/>
          </a:ln>
        </p:spPr>
        <p:txBody>
          <a:bodyPr lIns="0" tIns="0" rIns="0" bIns="0" anchor="t">
            <a:normAutofit fontScale="100000"/>
          </a:bodyPr>
          <a:lstStyle/>
          <a:p>
            <a:pPr algn="l">
              <a:lnSpc>
                <a:spcPct val="105000"/>
              </a:lnSpc>
              <a:buNone/>
              <a:defRPr sz="900" b="1">
                <a:solidFill>
                  <a:srgbClr val="132B45"/>
                </a:solidFill>
                <a:latin typeface="Arial"/>
                <a:ea typeface="Arial"/>
                <a:cs typeface="Arial"/>
              </a:defRPr>
            </a:pPr>
            <a:r>
              <a:rPr sz="900" b="1">
                <a:solidFill>
                  <a:srgbClr val="132B45"/>
                </a:solidFill>
                <a:latin typeface="Arial"/>
                <a:ea typeface="Arial"/>
                <a:cs typeface="Arial"/>
              </a:rPr>
              <a:t>mailbox.fetch_new</a:t>
            </a:r>
          </a:p>
        </p:txBody>
      </p:sp>
      <p:sp>
        <p:nvSpPr>
          <p:cNvPr id="20" name="">
            <a:extLst>
              <a:ext uri="{FF2B5EF4-FFF2-40B4-BE49-F238E27FC236}">
                <ns2:creationId id="{598A1D03-20F6-46EF-A34E-7FDD5EA8EAC1}"/>
              </a:ext>
            </a:extLst>
          </p:cNvPr>
          <p:cNvSpPr>
            <a:spLocks noGrp="1"/>
          </p:cNvSpPr>
          <p:nvPr/>
        </p:nvSpPr>
        <p:spPr>
          <a:xfrm>
            <a:off x="9210675" y="2819400"/>
            <a:ext cx="1924050" cy="180975"/>
          </a:xfrm>
          <a:prstGeom prst="rect">
            <a:avLst/>
          </a:prstGeom>
          <a:noFill/>
          <a:ln w="0">
            <a:noFill/>
          </a:ln>
        </p:spPr>
        <p:txBody>
          <a:bodyPr lIns="0" tIns="0" rIns="0" bIns="0" anchor="t">
            <a:normAutofit fontScale="100000"/>
          </a:bodyPr>
          <a:lstStyle/>
          <a:p>
            <a:pPr algn="l">
              <a:lnSpc>
                <a:spcPct val="105000"/>
              </a:lnSpc>
              <a:buNone/>
              <a:defRPr sz="825" b="0">
                <a:solidFill>
                  <a:srgbClr val="66788D"/>
                </a:solidFill>
                <a:latin typeface="Arial"/>
                <a:ea typeface="Arial"/>
                <a:cs typeface="Arial"/>
              </a:defRPr>
            </a:pPr>
            <a:r>
              <a:rPr sz="825" b="0">
                <a:solidFill>
                  <a:srgbClr val="66788D"/>
                </a:solidFill>
                <a:latin typeface="Arial"/>
                <a:ea typeface="Arial"/>
                <a:cs typeface="Arial"/>
              </a:rPr>
              <a:t>Read new messages</a:t>
            </a:r>
          </a:p>
        </p:txBody>
      </p:sp>
      <p:sp>
        <p:nvSpPr>
          <p:cNvPr id="21" name="">
            <a:extLst>
              <a:ext uri="{FF2B5EF4-FFF2-40B4-BE49-F238E27FC236}">
                <ns2:creationId id="{BF3247A6-B222-4822-B081-6FAE4B2D0E4B}"/>
              </a:ext>
            </a:extLst>
          </p:cNvPr>
          <p:cNvSpPr>
            <a:spLocks noGrp="1"/>
          </p:cNvSpPr>
          <p:nvPr/>
        </p:nvSpPr>
        <p:spPr>
          <a:xfrm>
            <a:off x="8905875" y="3114675"/>
            <a:ext cx="180975" cy="180975"/>
          </a:xfrm>
          <a:prstGeom prst="ellipse">
            <a:avLst/>
          </a:prstGeom>
          <a:solidFill>
            <a:srgbClr val="109B92"/>
          </a:solidFill>
          <a:ln w="0">
            <a:noFill/>
          </a:ln>
        </p:spPr>
      </p:sp>
      <p:sp>
        <p:nvSpPr>
          <p:cNvPr id="22" name="">
            <a:extLst>
              <a:ext uri="{FF2B5EF4-FFF2-40B4-BE49-F238E27FC236}">
                <ns2:creationId id="{550E1C67-E392-43CF-8349-FACD78C3325F}"/>
              </a:ext>
            </a:extLst>
          </p:cNvPr>
          <p:cNvSpPr>
            <a:spLocks noGrp="1"/>
          </p:cNvSpPr>
          <p:nvPr/>
        </p:nvSpPr>
        <p:spPr>
          <a:xfrm>
            <a:off x="8905875" y="3124200"/>
            <a:ext cx="180975" cy="142875"/>
          </a:xfrm>
          <a:prstGeom prst="rect">
            <a:avLst/>
          </a:prstGeom>
          <a:noFill/>
          <a:ln w="0">
            <a:noFill/>
          </a:ln>
        </p:spPr>
        <p:txBody>
          <a:bodyPr lIns="0" tIns="0" rIns="0" bIns="0" anchor="t">
            <a:normAutofit fontScale="100000"/>
          </a:bodyPr>
          <a:lstStyle/>
          <a:p>
            <a:pPr algn="ctr">
              <a:lnSpc>
                <a:spcPct val="105000"/>
              </a:lnSpc>
              <a:buNone/>
              <a:defRPr sz="675" b="1">
                <a:solidFill>
                  <a:srgbClr val="FFFFFF"/>
                </a:solidFill>
                <a:latin typeface="Arial"/>
                <a:ea typeface="Arial"/>
                <a:cs typeface="Arial"/>
              </a:defRPr>
            </a:pPr>
            <a:r>
              <a:rPr sz="675" b="1">
                <a:solidFill>
                  <a:srgbClr val="FFFFFF"/>
                </a:solidFill>
                <a:latin typeface="Arial"/>
                <a:ea typeface="Arial"/>
                <a:cs typeface="Arial"/>
              </a:rPr>
              <a:t>2</a:t>
            </a:r>
          </a:p>
        </p:txBody>
      </p:sp>
      <p:sp>
        <p:nvSpPr>
          <p:cNvPr id="23" name="">
            <a:extLst>
              <a:ext uri="{FF2B5EF4-FFF2-40B4-BE49-F238E27FC236}">
                <ns2:creationId id="{CEC181BF-D010-43BA-A845-5466524FFDAF}"/>
              </a:ext>
            </a:extLst>
          </p:cNvPr>
          <p:cNvSpPr>
            <a:spLocks noGrp="1"/>
          </p:cNvSpPr>
          <p:nvPr/>
        </p:nvSpPr>
        <p:spPr>
          <a:xfrm>
            <a:off x="9210675" y="3095625"/>
            <a:ext cx="1924050" cy="171450"/>
          </a:xfrm>
          <a:prstGeom prst="rect">
            <a:avLst/>
          </a:prstGeom>
          <a:noFill/>
          <a:ln w="0">
            <a:noFill/>
          </a:ln>
        </p:spPr>
        <p:txBody>
          <a:bodyPr lIns="0" tIns="0" rIns="0" bIns="0" anchor="t">
            <a:normAutofit fontScale="100000"/>
          </a:bodyPr>
          <a:lstStyle/>
          <a:p>
            <a:pPr algn="l">
              <a:lnSpc>
                <a:spcPct val="105000"/>
              </a:lnSpc>
              <a:buNone/>
              <a:defRPr sz="900" b="1">
                <a:solidFill>
                  <a:srgbClr val="132B45"/>
                </a:solidFill>
                <a:latin typeface="Arial"/>
                <a:ea typeface="Arial"/>
                <a:cs typeface="Arial"/>
              </a:defRPr>
            </a:pPr>
            <a:r>
              <a:rPr sz="900" b="1">
                <a:solidFill>
                  <a:srgbClr val="132B45"/>
                </a:solidFill>
                <a:latin typeface="Arial"/>
                <a:ea typeface="Arial"/>
                <a:cs typeface="Arial"/>
              </a:rPr>
              <a:t>scan_policy.classify</a:t>
            </a:r>
          </a:p>
        </p:txBody>
      </p:sp>
      <p:sp>
        <p:nvSpPr>
          <p:cNvPr id="24" name="">
            <a:extLst>
              <a:ext uri="{FF2B5EF4-FFF2-40B4-BE49-F238E27FC236}">
                <ns2:creationId id="{18E956D0-940C-488D-974B-88E8BB21BCF8}"/>
              </a:ext>
            </a:extLst>
          </p:cNvPr>
          <p:cNvSpPr>
            <a:spLocks noGrp="1"/>
          </p:cNvSpPr>
          <p:nvPr/>
        </p:nvSpPr>
        <p:spPr>
          <a:xfrm>
            <a:off x="9210675" y="3267075"/>
            <a:ext cx="1924050" cy="180975"/>
          </a:xfrm>
          <a:prstGeom prst="rect">
            <a:avLst/>
          </a:prstGeom>
          <a:noFill/>
          <a:ln w="0">
            <a:noFill/>
          </a:ln>
        </p:spPr>
        <p:txBody>
          <a:bodyPr lIns="0" tIns="0" rIns="0" bIns="0" anchor="t">
            <a:normAutofit fontScale="100000"/>
          </a:bodyPr>
          <a:lstStyle/>
          <a:p>
            <a:pPr algn="l">
              <a:lnSpc>
                <a:spcPct val="105000"/>
              </a:lnSpc>
              <a:buNone/>
              <a:defRPr sz="825" b="0">
                <a:solidFill>
                  <a:srgbClr val="66788D"/>
                </a:solidFill>
                <a:latin typeface="Arial"/>
                <a:ea typeface="Arial"/>
                <a:cs typeface="Arial"/>
              </a:defRPr>
            </a:pPr>
            <a:r>
              <a:rPr sz="825" b="0">
                <a:solidFill>
                  <a:srgbClr val="66788D"/>
                </a:solidFill>
                <a:latin typeface="Arial"/>
                <a:ea typeface="Arial"/>
                <a:cs typeface="Arial"/>
              </a:rPr>
              <a:t>Filter course mail</a:t>
            </a:r>
          </a:p>
        </p:txBody>
      </p:sp>
      <p:sp>
        <p:nvSpPr>
          <p:cNvPr id="25" name="">
            <a:extLst>
              <a:ext uri="{FF2B5EF4-FFF2-40B4-BE49-F238E27FC236}">
                <ns2:creationId id="{2F621C16-40D8-495F-9BE2-9B834DBCC268}"/>
              </a:ext>
            </a:extLst>
          </p:cNvPr>
          <p:cNvSpPr>
            <a:spLocks noGrp="1"/>
          </p:cNvSpPr>
          <p:nvPr/>
        </p:nvSpPr>
        <p:spPr>
          <a:xfrm>
            <a:off x="8905875" y="3562350"/>
            <a:ext cx="180975" cy="180975"/>
          </a:xfrm>
          <a:prstGeom prst="ellipse">
            <a:avLst/>
          </a:prstGeom>
          <a:solidFill>
            <a:srgbClr val="109B92"/>
          </a:solidFill>
          <a:ln w="0">
            <a:noFill/>
          </a:ln>
        </p:spPr>
      </p:sp>
      <p:sp>
        <p:nvSpPr>
          <p:cNvPr id="26" name="">
            <a:extLst>
              <a:ext uri="{FF2B5EF4-FFF2-40B4-BE49-F238E27FC236}">
                <ns2:creationId id="{A1196063-E0A2-4011-B3A3-607F095636BD}"/>
              </a:ext>
            </a:extLst>
          </p:cNvPr>
          <p:cNvSpPr>
            <a:spLocks noGrp="1"/>
          </p:cNvSpPr>
          <p:nvPr/>
        </p:nvSpPr>
        <p:spPr>
          <a:xfrm>
            <a:off x="8905875" y="3571875"/>
            <a:ext cx="180975" cy="142875"/>
          </a:xfrm>
          <a:prstGeom prst="rect">
            <a:avLst/>
          </a:prstGeom>
          <a:noFill/>
          <a:ln w="0">
            <a:noFill/>
          </a:ln>
        </p:spPr>
        <p:txBody>
          <a:bodyPr lIns="0" tIns="0" rIns="0" bIns="0" anchor="t">
            <a:normAutofit fontScale="100000"/>
          </a:bodyPr>
          <a:lstStyle/>
          <a:p>
            <a:pPr algn="ctr">
              <a:lnSpc>
                <a:spcPct val="105000"/>
              </a:lnSpc>
              <a:buNone/>
              <a:defRPr sz="675" b="1">
                <a:solidFill>
                  <a:srgbClr val="FFFFFF"/>
                </a:solidFill>
                <a:latin typeface="Arial"/>
                <a:ea typeface="Arial"/>
                <a:cs typeface="Arial"/>
              </a:defRPr>
            </a:pPr>
            <a:r>
              <a:rPr sz="675" b="1">
                <a:solidFill>
                  <a:srgbClr val="FFFFFF"/>
                </a:solidFill>
                <a:latin typeface="Arial"/>
                <a:ea typeface="Arial"/>
                <a:cs typeface="Arial"/>
              </a:rPr>
              <a:t>3</a:t>
            </a:r>
          </a:p>
        </p:txBody>
      </p:sp>
      <p:sp>
        <p:nvSpPr>
          <p:cNvPr id="27" name="">
            <a:extLst>
              <a:ext uri="{FF2B5EF4-FFF2-40B4-BE49-F238E27FC236}">
                <ns2:creationId id="{38B47B2E-2611-430C-A772-987825D6FA7C}"/>
              </a:ext>
            </a:extLst>
          </p:cNvPr>
          <p:cNvSpPr>
            <a:spLocks noGrp="1"/>
          </p:cNvSpPr>
          <p:nvPr/>
        </p:nvSpPr>
        <p:spPr>
          <a:xfrm>
            <a:off x="9210675" y="3543300"/>
            <a:ext cx="1924050" cy="171450"/>
          </a:xfrm>
          <a:prstGeom prst="rect">
            <a:avLst/>
          </a:prstGeom>
          <a:noFill/>
          <a:ln w="0">
            <a:noFill/>
          </a:ln>
        </p:spPr>
        <p:txBody>
          <a:bodyPr lIns="0" tIns="0" rIns="0" bIns="0" anchor="t">
            <a:normAutofit fontScale="100000"/>
          </a:bodyPr>
          <a:lstStyle/>
          <a:p>
            <a:pPr algn="l">
              <a:lnSpc>
                <a:spcPct val="105000"/>
              </a:lnSpc>
              <a:buNone/>
              <a:defRPr sz="900" b="1">
                <a:solidFill>
                  <a:srgbClr val="132B45"/>
                </a:solidFill>
                <a:latin typeface="Arial"/>
                <a:ea typeface="Arial"/>
                <a:cs typeface="Arial"/>
              </a:defRPr>
            </a:pPr>
            <a:r>
              <a:rPr sz="900" b="1">
                <a:solidFill>
                  <a:srgbClr val="132B45"/>
                </a:solidFill>
                <a:latin typeface="Arial"/>
                <a:ea typeface="Arial"/>
                <a:cs typeface="Arial"/>
              </a:rPr>
              <a:t>extract</a:t>
            </a:r>
          </a:p>
        </p:txBody>
      </p:sp>
      <p:sp>
        <p:nvSpPr>
          <p:cNvPr id="28" name="">
            <a:extLst>
              <a:ext uri="{FF2B5EF4-FFF2-40B4-BE49-F238E27FC236}">
                <ns2:creationId id="{0317A232-EC57-419C-B136-C72D4F7C78C0}"/>
              </a:ext>
            </a:extLst>
          </p:cNvPr>
          <p:cNvSpPr>
            <a:spLocks noGrp="1"/>
          </p:cNvSpPr>
          <p:nvPr/>
        </p:nvSpPr>
        <p:spPr>
          <a:xfrm>
            <a:off x="9210675" y="3714750"/>
            <a:ext cx="1924050" cy="180975"/>
          </a:xfrm>
          <a:prstGeom prst="rect">
            <a:avLst/>
          </a:prstGeom>
          <a:noFill/>
          <a:ln w="0">
            <a:noFill/>
          </a:ln>
        </p:spPr>
        <p:txBody>
          <a:bodyPr lIns="0" tIns="0" rIns="0" bIns="0" anchor="t">
            <a:normAutofit fontScale="100000"/>
          </a:bodyPr>
          <a:lstStyle/>
          <a:p>
            <a:pPr algn="l">
              <a:lnSpc>
                <a:spcPct val="105000"/>
              </a:lnSpc>
              <a:buNone/>
              <a:defRPr sz="825" b="0">
                <a:solidFill>
                  <a:srgbClr val="66788D"/>
                </a:solidFill>
                <a:latin typeface="Arial"/>
                <a:ea typeface="Arial"/>
                <a:cs typeface="Arial"/>
              </a:defRPr>
            </a:pPr>
            <a:r>
              <a:rPr sz="825" b="0">
                <a:solidFill>
                  <a:srgbClr val="66788D"/>
                </a:solidFill>
                <a:latin typeface="Arial"/>
                <a:ea typeface="Arial"/>
                <a:cs typeface="Arial"/>
              </a:rPr>
              <a:t>Create structured JSON</a:t>
            </a:r>
          </a:p>
        </p:txBody>
      </p:sp>
      <p:sp>
        <p:nvSpPr>
          <p:cNvPr id="29" name="">
            <a:extLst>
              <a:ext uri="{FF2B5EF4-FFF2-40B4-BE49-F238E27FC236}">
                <ns2:creationId id="{75062561-7C90-41A1-A08A-B27C4065DA8B}"/>
              </a:ext>
            </a:extLst>
          </p:cNvPr>
          <p:cNvSpPr>
            <a:spLocks noGrp="1"/>
          </p:cNvSpPr>
          <p:nvPr/>
        </p:nvSpPr>
        <p:spPr>
          <a:xfrm>
            <a:off x="8905875" y="4010025"/>
            <a:ext cx="180975" cy="180975"/>
          </a:xfrm>
          <a:prstGeom prst="ellipse">
            <a:avLst/>
          </a:prstGeom>
          <a:solidFill>
            <a:srgbClr val="109B92"/>
          </a:solidFill>
          <a:ln w="0">
            <a:noFill/>
          </a:ln>
        </p:spPr>
      </p:sp>
      <p:sp>
        <p:nvSpPr>
          <p:cNvPr id="30" name="">
            <a:extLst>
              <a:ext uri="{FF2B5EF4-FFF2-40B4-BE49-F238E27FC236}">
                <ns2:creationId id="{1AD4268A-F009-4031-9B8F-D46952516A31}"/>
              </a:ext>
            </a:extLst>
          </p:cNvPr>
          <p:cNvSpPr>
            <a:spLocks noGrp="1"/>
          </p:cNvSpPr>
          <p:nvPr/>
        </p:nvSpPr>
        <p:spPr>
          <a:xfrm>
            <a:off x="8905875" y="4019550"/>
            <a:ext cx="180975" cy="142875"/>
          </a:xfrm>
          <a:prstGeom prst="rect">
            <a:avLst/>
          </a:prstGeom>
          <a:noFill/>
          <a:ln w="0">
            <a:noFill/>
          </a:ln>
        </p:spPr>
        <p:txBody>
          <a:bodyPr lIns="0" tIns="0" rIns="0" bIns="0" anchor="t">
            <a:normAutofit fontScale="100000"/>
          </a:bodyPr>
          <a:lstStyle/>
          <a:p>
            <a:pPr algn="ctr">
              <a:lnSpc>
                <a:spcPct val="105000"/>
              </a:lnSpc>
              <a:buNone/>
              <a:defRPr sz="675" b="1">
                <a:solidFill>
                  <a:srgbClr val="FFFFFF"/>
                </a:solidFill>
                <a:latin typeface="Arial"/>
                <a:ea typeface="Arial"/>
                <a:cs typeface="Arial"/>
              </a:defRPr>
            </a:pPr>
            <a:r>
              <a:rPr sz="675" b="1">
                <a:solidFill>
                  <a:srgbClr val="FFFFFF"/>
                </a:solidFill>
                <a:latin typeface="Arial"/>
                <a:ea typeface="Arial"/>
                <a:cs typeface="Arial"/>
              </a:rPr>
              <a:t>4</a:t>
            </a:r>
          </a:p>
        </p:txBody>
      </p:sp>
      <p:sp>
        <p:nvSpPr>
          <p:cNvPr id="31" name="">
            <a:extLst>
              <a:ext uri="{FF2B5EF4-FFF2-40B4-BE49-F238E27FC236}">
                <ns2:creationId id="{66B067D0-AB76-4536-9D23-4877DFAC2860}"/>
              </a:ext>
            </a:extLst>
          </p:cNvPr>
          <p:cNvSpPr>
            <a:spLocks noGrp="1"/>
          </p:cNvSpPr>
          <p:nvPr/>
        </p:nvSpPr>
        <p:spPr>
          <a:xfrm>
            <a:off x="9210675" y="3990975"/>
            <a:ext cx="1924050" cy="171450"/>
          </a:xfrm>
          <a:prstGeom prst="rect">
            <a:avLst/>
          </a:prstGeom>
          <a:noFill/>
          <a:ln w="0">
            <a:noFill/>
          </a:ln>
        </p:spPr>
        <p:txBody>
          <a:bodyPr lIns="0" tIns="0" rIns="0" bIns="0" anchor="t">
            <a:normAutofit fontScale="100000"/>
          </a:bodyPr>
          <a:lstStyle/>
          <a:p>
            <a:pPr algn="l">
              <a:lnSpc>
                <a:spcPct val="105000"/>
              </a:lnSpc>
              <a:buNone/>
              <a:defRPr sz="900" b="1">
                <a:solidFill>
                  <a:srgbClr val="132B45"/>
                </a:solidFill>
                <a:latin typeface="Arial"/>
                <a:ea typeface="Arial"/>
                <a:cs typeface="Arial"/>
              </a:defRPr>
            </a:pPr>
            <a:r>
              <a:rPr sz="900" b="1">
                <a:solidFill>
                  <a:srgbClr val="132B45"/>
                </a:solidFill>
                <a:latin typeface="Arial"/>
                <a:ea typeface="Arial"/>
                <a:cs typeface="Arial"/>
              </a:rPr>
              <a:t>thread_matcher + merge</a:t>
            </a:r>
          </a:p>
        </p:txBody>
      </p:sp>
      <p:sp>
        <p:nvSpPr>
          <p:cNvPr id="32" name="">
            <a:extLst>
              <a:ext uri="{FF2B5EF4-FFF2-40B4-BE49-F238E27FC236}">
                <ns2:creationId id="{E0AB87D7-08D6-447D-94D6-8ACD99AC88C8}"/>
              </a:ext>
            </a:extLst>
          </p:cNvPr>
          <p:cNvSpPr>
            <a:spLocks noGrp="1"/>
          </p:cNvSpPr>
          <p:nvPr/>
        </p:nvSpPr>
        <p:spPr>
          <a:xfrm>
            <a:off x="9210675" y="4162425"/>
            <a:ext cx="1924050" cy="180975"/>
          </a:xfrm>
          <a:prstGeom prst="rect">
            <a:avLst/>
          </a:prstGeom>
          <a:noFill/>
          <a:ln w="0">
            <a:noFill/>
          </a:ln>
        </p:spPr>
        <p:txBody>
          <a:bodyPr lIns="0" tIns="0" rIns="0" bIns="0" anchor="t">
            <a:normAutofit fontScale="100000"/>
          </a:bodyPr>
          <a:lstStyle/>
          <a:p>
            <a:pPr algn="l">
              <a:lnSpc>
                <a:spcPct val="105000"/>
              </a:lnSpc>
              <a:buNone/>
              <a:defRPr sz="825" b="0">
                <a:solidFill>
                  <a:srgbClr val="66788D"/>
                </a:solidFill>
                <a:latin typeface="Arial"/>
                <a:ea typeface="Arial"/>
                <a:cs typeface="Arial"/>
              </a:defRPr>
            </a:pPr>
            <a:r>
              <a:rPr sz="825" b="0">
                <a:solidFill>
                  <a:srgbClr val="66788D"/>
                </a:solidFill>
                <a:latin typeface="Arial"/>
                <a:ea typeface="Arial"/>
                <a:cs typeface="Arial"/>
              </a:rPr>
              <a:t>Consolidate updates</a:t>
            </a:r>
          </a:p>
        </p:txBody>
      </p:sp>
      <p:sp>
        <p:nvSpPr>
          <p:cNvPr id="33" name="">
            <a:extLst>
              <a:ext uri="{FF2B5EF4-FFF2-40B4-BE49-F238E27FC236}">
                <ns2:creationId id="{E3D8A55B-9A06-4D49-9B5F-4328006A14DD}"/>
              </a:ext>
            </a:extLst>
          </p:cNvPr>
          <p:cNvSpPr>
            <a:spLocks noGrp="1"/>
          </p:cNvSpPr>
          <p:nvPr/>
        </p:nvSpPr>
        <p:spPr>
          <a:xfrm>
            <a:off x="8905875" y="4457700"/>
            <a:ext cx="180975" cy="180975"/>
          </a:xfrm>
          <a:prstGeom prst="ellipse">
            <a:avLst/>
          </a:prstGeom>
          <a:solidFill>
            <a:srgbClr val="FF7468"/>
          </a:solidFill>
          <a:ln w="0">
            <a:noFill/>
          </a:ln>
        </p:spPr>
      </p:sp>
      <p:sp>
        <p:nvSpPr>
          <p:cNvPr id="34" name="">
            <a:extLst>
              <a:ext uri="{FF2B5EF4-FFF2-40B4-BE49-F238E27FC236}">
                <ns2:creationId id="{9D2C3325-73C4-4CDE-8FD8-EBB0EB79F61B}"/>
              </a:ext>
            </a:extLst>
          </p:cNvPr>
          <p:cNvSpPr>
            <a:spLocks noGrp="1"/>
          </p:cNvSpPr>
          <p:nvPr/>
        </p:nvSpPr>
        <p:spPr>
          <a:xfrm>
            <a:off x="8905875" y="4467225"/>
            <a:ext cx="180975" cy="142875"/>
          </a:xfrm>
          <a:prstGeom prst="rect">
            <a:avLst/>
          </a:prstGeom>
          <a:noFill/>
          <a:ln w="0">
            <a:noFill/>
          </a:ln>
        </p:spPr>
        <p:txBody>
          <a:bodyPr lIns="0" tIns="0" rIns="0" bIns="0" anchor="t">
            <a:normAutofit fontScale="100000"/>
          </a:bodyPr>
          <a:lstStyle/>
          <a:p>
            <a:pPr algn="ctr">
              <a:lnSpc>
                <a:spcPct val="105000"/>
              </a:lnSpc>
              <a:buNone/>
              <a:defRPr sz="675" b="1">
                <a:solidFill>
                  <a:srgbClr val="FFFFFF"/>
                </a:solidFill>
                <a:latin typeface="Arial"/>
                <a:ea typeface="Arial"/>
                <a:cs typeface="Arial"/>
              </a:defRPr>
            </a:pPr>
            <a:r>
              <a:rPr sz="675" b="1">
                <a:solidFill>
                  <a:srgbClr val="FFFFFF"/>
                </a:solidFill>
                <a:latin typeface="Arial"/>
                <a:ea typeface="Arial"/>
                <a:cs typeface="Arial"/>
              </a:rPr>
              <a:t>5</a:t>
            </a:r>
          </a:p>
        </p:txBody>
      </p:sp>
      <p:sp>
        <p:nvSpPr>
          <p:cNvPr id="35" name="">
            <a:extLst>
              <a:ext uri="{FF2B5EF4-FFF2-40B4-BE49-F238E27FC236}">
                <ns2:creationId id="{744F3F05-12C3-4AC1-9F3B-95DE721AA164}"/>
              </a:ext>
            </a:extLst>
          </p:cNvPr>
          <p:cNvSpPr>
            <a:spLocks noGrp="1"/>
          </p:cNvSpPr>
          <p:nvPr/>
        </p:nvSpPr>
        <p:spPr>
          <a:xfrm>
            <a:off x="9210675" y="4438650"/>
            <a:ext cx="1924050" cy="171450"/>
          </a:xfrm>
          <a:prstGeom prst="rect">
            <a:avLst/>
          </a:prstGeom>
          <a:noFill/>
          <a:ln w="0">
            <a:noFill/>
          </a:ln>
        </p:spPr>
        <p:txBody>
          <a:bodyPr lIns="0" tIns="0" rIns="0" bIns="0" anchor="t">
            <a:normAutofit fontScale="100000"/>
          </a:bodyPr>
          <a:lstStyle/>
          <a:p>
            <a:pPr algn="l">
              <a:lnSpc>
                <a:spcPct val="105000"/>
              </a:lnSpc>
              <a:buNone/>
              <a:defRPr sz="900" b="1">
                <a:solidFill>
                  <a:srgbClr val="132B45"/>
                </a:solidFill>
                <a:latin typeface="Arial"/>
                <a:ea typeface="Arial"/>
                <a:cs typeface="Arial"/>
              </a:defRPr>
            </a:pPr>
            <a:r>
              <a:rPr sz="900" b="1">
                <a:solidFill>
                  <a:srgbClr val="132B45"/>
                </a:solidFill>
                <a:latin typeface="Arial"/>
                <a:ea typeface="Arial"/>
                <a:cs typeface="Arial"/>
              </a:rPr>
              <a:t>calendar.approval_gate</a:t>
            </a:r>
          </a:p>
        </p:txBody>
      </p:sp>
      <p:sp>
        <p:nvSpPr>
          <p:cNvPr id="36" name="">
            <a:extLst>
              <a:ext uri="{FF2B5EF4-FFF2-40B4-BE49-F238E27FC236}">
                <ns2:creationId id="{2BAF38AB-6880-4C46-A838-6CAE96A88D07}"/>
              </a:ext>
            </a:extLst>
          </p:cNvPr>
          <p:cNvSpPr>
            <a:spLocks noGrp="1"/>
          </p:cNvSpPr>
          <p:nvPr/>
        </p:nvSpPr>
        <p:spPr>
          <a:xfrm>
            <a:off x="9210675" y="4610100"/>
            <a:ext cx="1924050" cy="180975"/>
          </a:xfrm>
          <a:prstGeom prst="rect">
            <a:avLst/>
          </a:prstGeom>
          <a:noFill/>
          <a:ln w="0">
            <a:noFill/>
          </a:ln>
        </p:spPr>
        <p:txBody>
          <a:bodyPr lIns="0" tIns="0" rIns="0" bIns="0" anchor="t">
            <a:normAutofit fontScale="100000"/>
          </a:bodyPr>
          <a:lstStyle/>
          <a:p>
            <a:pPr algn="l">
              <a:lnSpc>
                <a:spcPct val="105000"/>
              </a:lnSpc>
              <a:buNone/>
              <a:defRPr sz="825" b="0">
                <a:solidFill>
                  <a:srgbClr val="66788D"/>
                </a:solidFill>
                <a:latin typeface="Arial"/>
                <a:ea typeface="Arial"/>
                <a:cs typeface="Arial"/>
              </a:defRPr>
            </a:pPr>
            <a:r>
              <a:rPr sz="825" b="0">
                <a:solidFill>
                  <a:srgbClr val="66788D"/>
                </a:solidFill>
                <a:latin typeface="Arial"/>
                <a:ea typeface="Arial"/>
                <a:cs typeface="Arial"/>
              </a:rPr>
              <a:t>Block unapproved writes</a:t>
            </a:r>
          </a:p>
        </p:txBody>
      </p:sp>
      <p:sp>
        <p:nvSpPr>
          <p:cNvPr id="37" name="">
            <a:extLst>
              <a:ext uri="{FF2B5EF4-FFF2-40B4-BE49-F238E27FC236}">
                <ns2:creationId id="{CCF90267-AB94-4696-8689-9876B8147F3C}"/>
              </a:ext>
            </a:extLst>
          </p:cNvPr>
          <p:cNvSpPr>
            <a:spLocks noGrp="1"/>
          </p:cNvSpPr>
          <p:nvPr/>
        </p:nvSpPr>
        <p:spPr>
          <a:xfrm>
            <a:off x="1190625" y="4953000"/>
            <a:ext cx="6667500" cy="266700"/>
          </a:xfrm>
          <a:prstGeom prst="rect">
            <a:avLst/>
          </a:prstGeom>
          <a:noFill/>
          <a:ln w="0">
            <a:noFill/>
          </a:ln>
        </p:spPr>
        <p:txBody>
          <a:bodyPr lIns="0" tIns="0" rIns="0" bIns="0" anchor="t">
            <a:normAutofit fontScale="100000"/>
          </a:bodyPr>
          <a:lstStyle/>
          <a:p>
            <a:pPr algn="l">
              <a:lnSpc>
                <a:spcPct val="105000"/>
              </a:lnSpc>
              <a:buNone/>
              <a:defRPr sz="1275" b="1">
                <a:solidFill>
                  <a:srgbClr val="FFFFFF"/>
                </a:solidFill>
                <a:latin typeface="Arial"/>
                <a:ea typeface="Arial"/>
                <a:cs typeface="Arial"/>
              </a:defRPr>
            </a:pPr>
            <a:r>
              <a:rPr sz="1275" b="1">
                <a:solidFill>
                  <a:srgbClr val="FFFFFF"/>
                </a:solidFill>
                <a:latin typeface="Arial"/>
                <a:ea typeface="Arial"/>
                <a:cs typeface="Arial"/>
              </a:rPr>
              <a:t>LLM: openai/gpt-5-mini through OpenRouter</a:t>
            </a:r>
          </a:p>
        </p:txBody>
      </p:sp>
      <p:sp>
        <p:nvSpPr>
          <p:cNvPr id="38" name="">
            <a:extLst>
              <a:ext uri="{FF2B5EF4-FFF2-40B4-BE49-F238E27FC236}">
                <ns2:creationId id="{BFA44291-4E79-4A2A-8609-EB610064A0F2}"/>
              </a:ext>
            </a:extLst>
          </p:cNvPr>
          <p:cNvSpPr>
            <a:spLocks noGrp="1"/>
          </p:cNvSpPr>
          <p:nvPr/>
        </p:nvSpPr>
        <p:spPr>
          <a:xfrm>
            <a:off x="1190625" y="5314950"/>
            <a:ext cx="6858000" cy="400050"/>
          </a:xfrm>
          <a:prstGeom prst="rect">
            <a:avLst/>
          </a:prstGeom>
          <a:noFill/>
          <a:ln w="0">
            <a:noFill/>
          </a:ln>
        </p:spPr>
        <p:txBody>
          <a:bodyPr lIns="0" tIns="0" rIns="0" bIns="0" anchor="t">
            <a:normAutofit fontScale="100000"/>
          </a:bodyPr>
          <a:lstStyle/>
          <a:p>
            <a:pPr algn="l">
              <a:lnSpc>
                <a:spcPct val="105000"/>
              </a:lnSpc>
              <a:buNone/>
              <a:defRPr sz="1125" b="0">
                <a:solidFill>
                  <a:srgbClr val="BFD4E2"/>
                </a:solidFill>
                <a:latin typeface="Arial"/>
                <a:ea typeface="Arial"/>
                <a:cs typeface="Arial"/>
              </a:defRPr>
            </a:pPr>
            <a:r>
              <a:rPr sz="1125" b="0">
                <a:solidFill>
                  <a:srgbClr val="BFD4E2"/>
                </a:solidFill>
                <a:latin typeface="Arial"/>
                <a:ea typeface="Arial"/>
                <a:cs typeface="Arial"/>
              </a:rPr>
              <a:t>Deterministic rules still control date validation, urgency, deduplication and approval.</a:t>
            </a:r>
          </a:p>
        </p:txBody>
      </p:sp>
      <p:sp>
        <p:nvSpPr>
          <p:cNvPr id="39" name="">
            <a:extLst>
              <a:ext uri="{FF2B5EF4-FFF2-40B4-BE49-F238E27FC236}">
                <ns2:creationId id="{59BACAFA-B14D-4286-847F-27D18B1E4D5E}"/>
              </a:ext>
            </a:extLst>
          </p:cNvPr>
          <p:cNvSpPr>
            <a:spLocks noGrp="1"/>
          </p:cNvSpPr>
          <p:nvPr/>
        </p:nvSpPr>
        <p:spPr>
          <a:xfrm>
            <a:off x="590550" y="6515100"/>
            <a:ext cx="4000500" cy="190500"/>
          </a:xfrm>
          <a:prstGeom prst="rect">
            <a:avLst/>
          </a:prstGeom>
          <a:noFill/>
          <a:ln w="0">
            <a:noFill/>
          </a:ln>
        </p:spPr>
        <p:txBody>
          <a:bodyPr lIns="0" tIns="0" rIns="0" bIns="0" anchor="t">
            <a:normAutofit fontScale="100000"/>
          </a:bodyPr>
          <a:lstStyle/>
          <a:p>
            <a:pPr algn="l">
              <a:lnSpc>
                <a:spcPct val="105000"/>
              </a:lnSpc>
              <a:buNone/>
              <a:defRPr sz="825" b="0">
                <a:solidFill>
                  <a:srgbClr val="AFC5D5"/>
                </a:solidFill>
                <a:latin typeface="Arial"/>
                <a:ea typeface="Arial"/>
                <a:cs typeface="Arial"/>
              </a:defRPr>
            </a:pPr>
            <a:r>
              <a:rPr sz="825" b="0">
                <a:solidFill>
                  <a:srgbClr val="AFC5D5"/>
                </a:solidFill>
                <a:latin typeface="Arial"/>
                <a:ea typeface="Arial"/>
                <a:cs typeface="Arial"/>
              </a:rPr>
              <a:t>PE6201 Course Project · AI Scroll</a:t>
            </a:r>
          </a:p>
        </p:txBody>
      </p:sp>
      <p:sp>
        <p:nvSpPr>
          <p:cNvPr id="40" name="">
            <a:extLst>
              <a:ext uri="{FF2B5EF4-FFF2-40B4-BE49-F238E27FC236}">
                <ns2:creationId id="{305C2320-15AE-493C-BFE2-EC91E920AD34}"/>
              </a:ext>
            </a:extLst>
          </p:cNvPr>
          <p:cNvSpPr>
            <a:spLocks noGrp="1"/>
          </p:cNvSpPr>
          <p:nvPr/>
        </p:nvSpPr>
        <p:spPr>
          <a:xfrm>
            <a:off x="11287125" y="6515100"/>
            <a:ext cx="285750" cy="190500"/>
          </a:xfrm>
          <a:prstGeom prst="rect">
            <a:avLst/>
          </a:prstGeom>
          <a:noFill/>
          <a:ln w="0">
            <a:noFill/>
          </a:ln>
        </p:spPr>
        <p:txBody>
          <a:bodyPr lIns="0" tIns="0" rIns="0" bIns="0" anchor="t">
            <a:normAutofit fontScale="100000"/>
          </a:bodyPr>
          <a:lstStyle/>
          <a:p>
            <a:pPr algn="r">
              <a:lnSpc>
                <a:spcPct val="105000"/>
              </a:lnSpc>
              <a:buNone/>
              <a:defRPr sz="825" b="1">
                <a:solidFill>
                  <a:srgbClr val="AFC5D5"/>
                </a:solidFill>
                <a:latin typeface="Arial"/>
                <a:ea typeface="Arial"/>
                <a:cs typeface="Arial"/>
              </a:defRPr>
            </a:pPr>
            <a:r>
              <a:rPr sz="825" b="1">
                <a:solidFill>
                  <a:srgbClr val="AFC5D5"/>
                </a:solidFill>
                <a:latin typeface="Arial"/>
                <a:ea typeface="Arial"/>
                <a:cs typeface="Arial"/>
              </a:rPr>
              <a:t>4</a:t>
            </a:r>
          </a:p>
        </p:txBody>
      </p:sp>
    </p:spTree>
    <p:extLst>
      <p:ext uri="{BB962C8B-B14F-4D97-AF65-F5344CB8AC3E}">
        <ns3:creationId val="493655609"/>
      </p:ext>
    </p:extLst>
  </p:cSld>
  <p:transition spd="slow" advClick="1">
    <p:wipe dir="r"/>
  </p:transition>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3F7FA"/>
        </a:solidFill>
      </p:bgPr>
    </p:bg>
    <p:spTree>
      <p:nvGrpSpPr>
        <p:cNvPr id="1" name=""/>
        <p:cNvGrpSpPr/>
        <p:nvPr/>
      </p:nvGrpSpPr>
      <p:grpSpPr>
        <a:xfrm/>
      </p:grpSpPr>
      <p:sp>
        <p:nvSpPr>
          <p:cNvPr id="18" name="">
            <a:extLst>
              <a:ext uri="{FF2B5EF4-FFF2-40B4-BE49-F238E27FC236}">
                <ns2:creationId id="{EFD52110-1749-4B22-897C-50F129E4C93C}"/>
              </a:ext>
            </a:extLst>
          </p:cNvPr>
          <p:cNvSpPr>
            <a:spLocks noGrp="1"/>
          </p:cNvSpPr>
          <p:nvPr/>
        </p:nvSpPr>
        <p:spPr>
          <a:xfrm>
            <a:off x="590550" y="409575"/>
            <a:ext cx="523875" cy="238125"/>
          </a:xfrm>
          <a:prstGeom prst="rect">
            <a:avLst/>
          </a:prstGeom>
          <a:noFill/>
          <a:ln w="0">
            <a:noFill/>
          </a:ln>
        </p:spPr>
        <p:txBody>
          <a:bodyPr lIns="0" tIns="0" rIns="0" bIns="0" anchor="t">
            <a:normAutofit fontScale="100000"/>
          </a:bodyPr>
          <a:lstStyle/>
          <a:p>
            <a:pPr algn="l">
              <a:lnSpc>
                <a:spcPct val="105000"/>
              </a:lnSpc>
              <a:buNone/>
              <a:defRPr sz="975" b="1">
                <a:solidFill>
                  <a:srgbClr val="109B92"/>
                </a:solidFill>
                <a:latin typeface="Arial"/>
                <a:ea typeface="Arial"/>
                <a:cs typeface="Arial"/>
              </a:defRPr>
            </a:pPr>
            <a:r>
              <a:rPr sz="975" b="1">
                <a:solidFill>
                  <a:srgbClr val="109B92"/>
                </a:solidFill>
                <a:latin typeface="Arial"/>
                <a:ea typeface="Arial"/>
                <a:cs typeface="Arial"/>
              </a:rPr>
              <a:t>05</a:t>
            </a:r>
          </a:p>
        </p:txBody>
      </p:sp>
      <p:sp>
        <p:nvSpPr>
          <p:cNvPr id="2" name="">
            <a:extLst>
              <a:ext uri="{FF2B5EF4-FFF2-40B4-BE49-F238E27FC236}">
                <ns2:creationId id="{0645EA86-3105-47EF-AEE0-D5224950F8E6}"/>
              </a:ext>
            </a:extLst>
          </p:cNvPr>
          <p:cNvSpPr>
            <a:spLocks noGrp="1"/>
          </p:cNvSpPr>
          <p:nvPr/>
        </p:nvSpPr>
        <p:spPr>
          <a:xfrm>
            <a:off x="590550" y="723900"/>
            <a:ext cx="10287000" cy="619125"/>
          </a:xfrm>
          <a:prstGeom prst="rect">
            <a:avLst/>
          </a:prstGeom>
          <a:noFill/>
          <a:ln w="0">
            <a:noFill/>
          </a:ln>
        </p:spPr>
        <p:txBody>
          <a:bodyPr lIns="0" tIns="0" rIns="0" bIns="0" anchor="t">
            <a:normAutofit fontScale="100000"/>
          </a:bodyPr>
          <a:lstStyle/>
          <a:p>
            <a:pPr algn="l">
              <a:lnSpc>
                <a:spcPct val="105000"/>
              </a:lnSpc>
              <a:buNone/>
              <a:defRPr sz="2925" b="1">
                <a:solidFill>
                  <a:srgbClr val="132B45"/>
                </a:solidFill>
                <a:latin typeface="Arial"/>
                <a:ea typeface="Arial"/>
                <a:cs typeface="Arial"/>
              </a:defRPr>
            </a:pPr>
            <a:r>
              <a:rPr sz="2925" b="1">
                <a:solidFill>
                  <a:srgbClr val="132B45"/>
                </a:solidFill>
                <a:latin typeface="Arial"/>
                <a:ea typeface="Arial"/>
                <a:cs typeface="Arial"/>
              </a:rPr>
              <a:t>Hybrid architecture: AI for language, rules for control</a:t>
            </a:r>
          </a:p>
        </p:txBody>
      </p:sp>
      <p:sp>
        <p:nvSpPr>
          <p:cNvPr id="3" name="">
            <a:extLst>
              <a:ext uri="{FF2B5EF4-FFF2-40B4-BE49-F238E27FC236}">
                <ns2:creationId id="{E457D6F9-F7A6-4E55-A7A7-9AFC5AE691CF}"/>
              </a:ext>
            </a:extLst>
          </p:cNvPr>
          <p:cNvSpPr>
            <a:spLocks noGrp="1"/>
          </p:cNvSpPr>
          <p:nvPr/>
        </p:nvSpPr>
        <p:spPr>
          <a:xfrm>
            <a:off x="590550" y="1381125"/>
            <a:ext cx="647700" cy="47625"/>
          </a:xfrm>
          <a:prstGeom prst="rect">
            <a:avLst/>
          </a:prstGeom>
          <a:solidFill>
            <a:srgbClr val="109B92"/>
          </a:solidFill>
          <a:ln w="0">
            <a:noFill/>
          </a:ln>
        </p:spPr>
      </p:sp>
      <p:sp>
        <p:nvSpPr>
          <p:cNvPr id="4" name="">
            <a:extLst>
              <a:ext uri="{FF2B5EF4-FFF2-40B4-BE49-F238E27FC236}">
                <ns2:creationId id="{2AF911A6-34EF-4382-8BF7-B85B931B44A0}"/>
              </a:ext>
            </a:extLst>
          </p:cNvPr>
          <p:cNvSpPr>
            <a:spLocks noGrp="1"/>
          </p:cNvSpPr>
          <p:nvPr/>
        </p:nvSpPr>
        <p:spPr>
          <a:xfrm>
            <a:off x="619125" y="1809750"/>
            <a:ext cx="5095875" cy="3381375"/>
          </a:xfrm>
          <a:prstGeom prst="roundRect">
            <a:avLst>
              <a:gd name="adj" fmla="val 6197"/>
            </a:avLst>
          </a:prstGeom>
          <a:solidFill>
            <a:srgbClr val="EAF3FC"/>
          </a:solidFill>
          <a:ln w="9525">
            <a:solidFill>
              <a:srgbClr val="C9DDF2"/>
            </a:solidFill>
            <a:prstDash val="solid"/>
          </a:ln>
        </p:spPr>
      </p:sp>
      <p:sp>
        <p:nvSpPr>
          <p:cNvPr id="5" name="">
            <a:extLst>
              <a:ext uri="{FF2B5EF4-FFF2-40B4-BE49-F238E27FC236}">
                <ns2:creationId id="{8C127637-7A32-44C0-98F6-E8FDE704D013}"/>
              </a:ext>
            </a:extLst>
          </p:cNvPr>
          <p:cNvSpPr>
            <a:spLocks noGrp="1"/>
          </p:cNvSpPr>
          <p:nvPr/>
        </p:nvSpPr>
        <p:spPr>
          <a:xfrm>
            <a:off x="6477000" y="1809750"/>
            <a:ext cx="5095875" cy="3381375"/>
          </a:xfrm>
          <a:prstGeom prst="roundRect">
            <a:avLst>
              <a:gd name="adj" fmla="val 6197"/>
            </a:avLst>
          </a:prstGeom>
          <a:solidFill>
            <a:srgbClr val="E8F7F3"/>
          </a:solidFill>
          <a:ln w="9525">
            <a:solidFill>
              <a:srgbClr val="C5E6DE"/>
            </a:solidFill>
            <a:prstDash val="solid"/>
          </a:ln>
        </p:spPr>
      </p:sp>
      <p:sp>
        <p:nvSpPr>
          <p:cNvPr id="6" name="">
            <a:extLst>
              <a:ext uri="{FF2B5EF4-FFF2-40B4-BE49-F238E27FC236}">
                <ns2:creationId id="{B72D9E9B-7B5C-4ACE-99C1-DBE097E85EEA}"/>
              </a:ext>
            </a:extLst>
          </p:cNvPr>
          <p:cNvSpPr>
            <a:spLocks noGrp="1"/>
          </p:cNvSpPr>
          <p:nvPr/>
        </p:nvSpPr>
        <p:spPr>
          <a:xfrm>
            <a:off x="1000125" y="2152650"/>
            <a:ext cx="4191000" cy="333375"/>
          </a:xfrm>
          <a:prstGeom prst="rect">
            <a:avLst/>
          </a:prstGeom>
          <a:noFill/>
          <a:ln w="0">
            <a:noFill/>
          </a:ln>
        </p:spPr>
        <p:txBody>
          <a:bodyPr lIns="0" tIns="0" rIns="0" bIns="0" anchor="t">
            <a:normAutofit fontScale="100000"/>
          </a:bodyPr>
          <a:lstStyle/>
          <a:p>
            <a:pPr algn="l">
              <a:lnSpc>
                <a:spcPct val="105000"/>
              </a:lnSpc>
              <a:buNone/>
              <a:defRPr sz="2025" b="1">
                <a:solidFill>
                  <a:srgbClr val="245B8F"/>
                </a:solidFill>
                <a:latin typeface="Arial"/>
                <a:ea typeface="Arial"/>
                <a:cs typeface="Arial"/>
              </a:defRPr>
            </a:pPr>
            <a:r>
              <a:rPr sz="2025" b="1">
                <a:solidFill>
                  <a:srgbClr val="245B8F"/>
                </a:solidFill>
                <a:latin typeface="Arial"/>
                <a:ea typeface="Arial"/>
                <a:cs typeface="Arial"/>
              </a:rPr>
              <a:t>Language model</a:t>
            </a:r>
          </a:p>
        </p:txBody>
      </p:sp>
      <p:sp>
        <p:nvSpPr>
          <p:cNvPr id="7" name="">
            <a:extLst>
              <a:ext uri="{FF2B5EF4-FFF2-40B4-BE49-F238E27FC236}">
                <ns2:creationId id="{6E1E1710-554A-484B-B02D-EE3E0F2399E2}"/>
              </a:ext>
            </a:extLst>
          </p:cNvPr>
          <p:cNvSpPr>
            <a:spLocks noGrp="1"/>
          </p:cNvSpPr>
          <p:nvPr/>
        </p:nvSpPr>
        <p:spPr>
          <a:xfrm>
            <a:off x="1000125" y="2552700"/>
            <a:ext cx="1714500" cy="228600"/>
          </a:xfrm>
          <a:prstGeom prst="rect">
            <a:avLst/>
          </a:prstGeom>
          <a:noFill/>
          <a:ln w="0">
            <a:noFill/>
          </a:ln>
        </p:spPr>
        <p:txBody>
          <a:bodyPr lIns="0" tIns="0" rIns="0" bIns="0" anchor="t">
            <a:normAutofit fontScale="100000"/>
          </a:bodyPr>
          <a:lstStyle/>
          <a:p>
            <a:pPr algn="l">
              <a:lnSpc>
                <a:spcPct val="105000"/>
              </a:lnSpc>
              <a:buNone/>
              <a:defRPr sz="1050" b="1">
                <a:solidFill>
                  <a:srgbClr val="4F82B0"/>
                </a:solidFill>
                <a:latin typeface="Arial"/>
                <a:ea typeface="Arial"/>
                <a:cs typeface="Arial"/>
              </a:defRPr>
            </a:pPr>
            <a:r>
              <a:rPr sz="1050" b="1">
                <a:solidFill>
                  <a:srgbClr val="4F82B0"/>
                </a:solidFill>
                <a:latin typeface="Arial"/>
                <a:ea typeface="Arial"/>
                <a:cs typeface="Arial"/>
              </a:rPr>
              <a:t>Rented capability</a:t>
            </a:r>
          </a:p>
        </p:txBody>
      </p:sp>
      <p:sp>
        <p:nvSpPr>
          <p:cNvPr id="8" name="">
            <a:extLst>
              <a:ext uri="{FF2B5EF4-FFF2-40B4-BE49-F238E27FC236}">
                <ns2:creationId id="{DF32C0E1-AD76-4F3D-A6E9-6DAD83BC9836}"/>
              </a:ext>
            </a:extLst>
          </p:cNvPr>
          <p:cNvSpPr>
            <a:spLocks noGrp="1"/>
          </p:cNvSpPr>
          <p:nvPr/>
        </p:nvSpPr>
        <p:spPr>
          <a:xfrm>
            <a:off x="1000125" y="3067050"/>
            <a:ext cx="4095750" cy="1333500"/>
          </a:xfrm>
          <a:prstGeom prst="rect">
            <a:avLst/>
          </a:prstGeom>
          <a:noFill/>
          <a:ln w="0">
            <a:noFill/>
          </a:ln>
        </p:spPr>
        <p:txBody>
          <a:bodyPr lIns="0" tIns="0" rIns="0" bIns="0" anchor="t">
            <a:normAutofit fontScale="100000"/>
          </a:bodyPr>
          <a:lstStyle/>
          <a:p>
            <a:pPr algn="l">
              <a:lnSpc>
                <a:spcPct val="130000"/>
              </a:lnSpc>
              <a:buNone/>
              <a:defRPr sz="1425" b="0">
                <a:solidFill>
                  <a:srgbClr val="132B45"/>
                </a:solidFill>
                <a:latin typeface="Arial"/>
                <a:ea typeface="Arial"/>
                <a:cs typeface="Arial"/>
              </a:defRPr>
            </a:pPr>
            <a:r>
              <a:rPr sz="1425" b="0">
                <a:solidFill>
                  <a:srgbClr val="132B45"/>
                </a:solidFill>
                <a:latin typeface="Arial"/>
                <a:ea typeface="Arial"/>
                <a:cs typeface="Arial"/>
              </a:rPr>
              <a:t>Understands varied academic wording</a:t>
            </a:r>
          </a:p>
          <a:p>
            <a:pPr algn="l">
              <a:lnSpc>
                <a:spcPct val="130000"/>
              </a:lnSpc>
              <a:buNone/>
              <a:defRPr sz="1425" b="0">
                <a:solidFill>
                  <a:srgbClr val="132B45"/>
                </a:solidFill>
                <a:latin typeface="Arial"/>
                <a:ea typeface="Arial"/>
                <a:cs typeface="Arial"/>
              </a:defRPr>
            </a:pPr>
            <a:r>
              <a:rPr sz="1425" b="0">
                <a:solidFill>
                  <a:srgbClr val="132B45"/>
                </a:solidFill>
                <a:latin typeface="Arial"/>
                <a:ea typeface="Arial"/>
                <a:cs typeface="Arial"/>
              </a:rPr>
              <a:t>Extracts tasks and exact evidence</a:t>
            </a:r>
          </a:p>
          <a:p>
            <a:pPr algn="l">
              <a:lnSpc>
                <a:spcPct val="130000"/>
              </a:lnSpc>
              <a:buNone/>
              <a:defRPr sz="1425" b="0">
                <a:solidFill>
                  <a:srgbClr val="132B45"/>
                </a:solidFill>
                <a:latin typeface="Arial"/>
                <a:ea typeface="Arial"/>
                <a:cs typeface="Arial"/>
              </a:defRPr>
            </a:pPr>
            <a:r>
              <a:rPr sz="1425" b="0">
                <a:solidFill>
                  <a:srgbClr val="132B45"/>
                </a:solidFill>
                <a:latin typeface="Arial"/>
                <a:ea typeface="Arial"/>
                <a:cs typeface="Arial"/>
              </a:rPr>
              <a:t>Suggests whether a message updates an earlier task</a:t>
            </a:r>
          </a:p>
        </p:txBody>
      </p:sp>
      <p:sp>
        <p:nvSpPr>
          <p:cNvPr id="9" name="">
            <a:extLst>
              <a:ext uri="{FF2B5EF4-FFF2-40B4-BE49-F238E27FC236}">
                <ns2:creationId id="{80E424DC-21F3-41C3-8015-3E15EE14604E}"/>
              </a:ext>
            </a:extLst>
          </p:cNvPr>
          <p:cNvSpPr>
            <a:spLocks noGrp="1"/>
          </p:cNvSpPr>
          <p:nvPr/>
        </p:nvSpPr>
        <p:spPr>
          <a:xfrm>
            <a:off x="6858000" y="2152650"/>
            <a:ext cx="4191000" cy="333375"/>
          </a:xfrm>
          <a:prstGeom prst="rect">
            <a:avLst/>
          </a:prstGeom>
          <a:noFill/>
          <a:ln w="0">
            <a:noFill/>
          </a:ln>
        </p:spPr>
        <p:txBody>
          <a:bodyPr lIns="0" tIns="0" rIns="0" bIns="0" anchor="t">
            <a:normAutofit fontScale="100000"/>
          </a:bodyPr>
          <a:lstStyle/>
          <a:p>
            <a:pPr algn="l">
              <a:lnSpc>
                <a:spcPct val="105000"/>
              </a:lnSpc>
              <a:buNone/>
              <a:defRPr sz="2025" b="1">
                <a:solidFill>
                  <a:srgbClr val="1C8C6B"/>
                </a:solidFill>
                <a:latin typeface="Arial"/>
                <a:ea typeface="Arial"/>
                <a:cs typeface="Arial"/>
              </a:defRPr>
            </a:pPr>
            <a:r>
              <a:rPr sz="2025" b="1">
                <a:solidFill>
                  <a:srgbClr val="1C8C6B"/>
                </a:solidFill>
                <a:latin typeface="Arial"/>
                <a:ea typeface="Arial"/>
                <a:cs typeface="Arial"/>
              </a:rPr>
              <a:t>Deterministic application</a:t>
            </a:r>
          </a:p>
        </p:txBody>
      </p:sp>
      <p:sp>
        <p:nvSpPr>
          <p:cNvPr id="10" name="">
            <a:extLst>
              <a:ext uri="{FF2B5EF4-FFF2-40B4-BE49-F238E27FC236}">
                <ns2:creationId id="{B9C62C46-2888-42E3-B0AD-ED6C0AEB1DF0}"/>
              </a:ext>
            </a:extLst>
          </p:cNvPr>
          <p:cNvSpPr>
            <a:spLocks noGrp="1"/>
          </p:cNvSpPr>
          <p:nvPr/>
        </p:nvSpPr>
        <p:spPr>
          <a:xfrm>
            <a:off x="6858000" y="2552700"/>
            <a:ext cx="1905000" cy="228600"/>
          </a:xfrm>
          <a:prstGeom prst="rect">
            <a:avLst/>
          </a:prstGeom>
          <a:noFill/>
          <a:ln w="0">
            <a:noFill/>
          </a:ln>
        </p:spPr>
        <p:txBody>
          <a:bodyPr lIns="0" tIns="0" rIns="0" bIns="0" anchor="t">
            <a:normAutofit fontScale="100000"/>
          </a:bodyPr>
          <a:lstStyle/>
          <a:p>
            <a:pPr algn="l">
              <a:lnSpc>
                <a:spcPct val="105000"/>
              </a:lnSpc>
              <a:buNone/>
              <a:defRPr sz="1050" b="1">
                <a:solidFill>
                  <a:srgbClr val="3E8D75"/>
                </a:solidFill>
                <a:latin typeface="Arial"/>
                <a:ea typeface="Arial"/>
                <a:cs typeface="Arial"/>
              </a:defRPr>
            </a:pPr>
            <a:r>
              <a:rPr sz="1050" b="1">
                <a:solidFill>
                  <a:srgbClr val="3E8D75"/>
                </a:solidFill>
                <a:latin typeface="Arial"/>
                <a:ea typeface="Arial"/>
                <a:cs typeface="Arial"/>
              </a:rPr>
              <a:t>Built for this project</a:t>
            </a:r>
          </a:p>
        </p:txBody>
      </p:sp>
      <p:sp>
        <p:nvSpPr>
          <p:cNvPr id="11" name="">
            <a:extLst>
              <a:ext uri="{FF2B5EF4-FFF2-40B4-BE49-F238E27FC236}">
                <ns2:creationId id="{B97882C0-8BF4-4658-808C-29D967B82B72}"/>
              </a:ext>
            </a:extLst>
          </p:cNvPr>
          <p:cNvSpPr>
            <a:spLocks noGrp="1"/>
          </p:cNvSpPr>
          <p:nvPr/>
        </p:nvSpPr>
        <p:spPr>
          <a:xfrm>
            <a:off x="6858000" y="3067050"/>
            <a:ext cx="4095750" cy="1333500"/>
          </a:xfrm>
          <a:prstGeom prst="rect">
            <a:avLst/>
          </a:prstGeom>
          <a:noFill/>
          <a:ln w="0">
            <a:noFill/>
          </a:ln>
        </p:spPr>
        <p:txBody>
          <a:bodyPr lIns="0" tIns="0" rIns="0" bIns="0" anchor="t">
            <a:normAutofit fontScale="100000"/>
          </a:bodyPr>
          <a:lstStyle/>
          <a:p>
            <a:pPr algn="l">
              <a:lnSpc>
                <a:spcPct val="130000"/>
              </a:lnSpc>
              <a:buNone/>
              <a:defRPr sz="1425" b="0">
                <a:solidFill>
                  <a:srgbClr val="132B45"/>
                </a:solidFill>
                <a:latin typeface="Arial"/>
                <a:ea typeface="Arial"/>
                <a:cs typeface="Arial"/>
              </a:defRPr>
            </a:pPr>
            <a:r>
              <a:rPr sz="1425" b="0">
                <a:solidFill>
                  <a:srgbClr val="132B45"/>
                </a:solidFill>
                <a:latin typeface="Arial"/>
                <a:ea typeface="Arial"/>
                <a:cs typeface="Arial"/>
              </a:rPr>
              <a:t>Validates dates and Singapore time</a:t>
            </a:r>
          </a:p>
          <a:p>
            <a:pPr algn="l">
              <a:lnSpc>
                <a:spcPct val="130000"/>
              </a:lnSpc>
              <a:buNone/>
              <a:defRPr sz="1425" b="0">
                <a:solidFill>
                  <a:srgbClr val="132B45"/>
                </a:solidFill>
                <a:latin typeface="Arial"/>
                <a:ea typeface="Arial"/>
                <a:cs typeface="Arial"/>
              </a:defRPr>
            </a:pPr>
            <a:r>
              <a:rPr sz="1425" b="0">
                <a:solidFill>
                  <a:srgbClr val="132B45"/>
                </a:solidFill>
                <a:latin typeface="Arial"/>
                <a:ea typeface="Arial"/>
                <a:cs typeface="Arial"/>
              </a:rPr>
              <a:t>Merges threads and preserves history</a:t>
            </a:r>
          </a:p>
          <a:p>
            <a:pPr algn="l">
              <a:lnSpc>
                <a:spcPct val="130000"/>
              </a:lnSpc>
              <a:buNone/>
              <a:defRPr sz="1425" b="0">
                <a:solidFill>
                  <a:srgbClr val="132B45"/>
                </a:solidFill>
                <a:latin typeface="Arial"/>
                <a:ea typeface="Arial"/>
                <a:cs typeface="Arial"/>
              </a:defRPr>
            </a:pPr>
            <a:r>
              <a:rPr sz="1425" b="0">
                <a:solidFill>
                  <a:srgbClr val="132B45"/>
                </a:solidFill>
                <a:latin typeface="Arial"/>
                <a:ea typeface="Arial"/>
                <a:cs typeface="Arial"/>
              </a:rPr>
              <a:t>Calculates urgency and enforces approval</a:t>
            </a:r>
          </a:p>
        </p:txBody>
      </p:sp>
      <p:sp>
        <p:nvSpPr>
          <p:cNvPr id="12" name="">
            <a:extLst>
              <a:ext uri="{FF2B5EF4-FFF2-40B4-BE49-F238E27FC236}">
                <ns2:creationId id="{E087256C-FEFD-45AE-AD13-11B6448F12AC}"/>
              </a:ext>
            </a:extLst>
          </p:cNvPr>
          <p:cNvSpPr>
            <a:spLocks noGrp="1"/>
          </p:cNvSpPr>
          <p:nvPr/>
        </p:nvSpPr>
        <p:spPr>
          <a:xfrm>
            <a:off x="1143000" y="5572125"/>
            <a:ext cx="714375" cy="238125"/>
          </a:xfrm>
          <a:prstGeom prst="rect">
            <a:avLst/>
          </a:prstGeom>
          <a:noFill/>
          <a:ln w="0">
            <a:noFill/>
          </a:ln>
        </p:spPr>
        <p:txBody>
          <a:bodyPr lIns="0" tIns="0" rIns="0" bIns="0" anchor="t">
            <a:normAutofit fontScale="100000"/>
          </a:bodyPr>
          <a:lstStyle/>
          <a:p>
            <a:pPr algn="l">
              <a:lnSpc>
                <a:spcPct val="105000"/>
              </a:lnSpc>
              <a:buNone/>
              <a:defRPr sz="1200" b="1">
                <a:solidFill>
                  <a:srgbClr val="109B92"/>
                </a:solidFill>
                <a:latin typeface="Arial"/>
                <a:ea typeface="Arial"/>
                <a:cs typeface="Arial"/>
              </a:defRPr>
            </a:pPr>
            <a:r>
              <a:rPr sz="1200" b="1">
                <a:solidFill>
                  <a:srgbClr val="109B92"/>
                </a:solidFill>
                <a:latin typeface="Arial"/>
                <a:ea typeface="Arial"/>
                <a:cs typeface="Arial"/>
              </a:rPr>
              <a:t>Build</a:t>
            </a:r>
          </a:p>
        </p:txBody>
      </p:sp>
      <p:sp>
        <p:nvSpPr>
          <p:cNvPr id="13" name="">
            <a:extLst>
              <a:ext uri="{FF2B5EF4-FFF2-40B4-BE49-F238E27FC236}">
                <ns2:creationId id="{0863743C-0840-4726-AE98-28B1912D939A}"/>
              </a:ext>
            </a:extLst>
          </p:cNvPr>
          <p:cNvSpPr>
            <a:spLocks noGrp="1"/>
          </p:cNvSpPr>
          <p:nvPr/>
        </p:nvSpPr>
        <p:spPr>
          <a:xfrm>
            <a:off x="1885950" y="5572125"/>
            <a:ext cx="4191000" cy="238125"/>
          </a:xfrm>
          <a:prstGeom prst="rect">
            <a:avLst/>
          </a:prstGeom>
          <a:noFill/>
          <a:ln w="0">
            <a:noFill/>
          </a:ln>
        </p:spPr>
        <p:txBody>
          <a:bodyPr lIns="0" tIns="0" rIns="0" bIns="0" anchor="t">
            <a:normAutofit fontScale="100000"/>
          </a:bodyPr>
          <a:lstStyle/>
          <a:p>
            <a:pPr algn="l">
              <a:lnSpc>
                <a:spcPct val="105000"/>
              </a:lnSpc>
              <a:buNone/>
              <a:defRPr sz="1200" b="0">
                <a:solidFill>
                  <a:srgbClr val="132B45"/>
                </a:solidFill>
                <a:latin typeface="Arial"/>
                <a:ea typeface="Arial"/>
                <a:cs typeface="Arial"/>
              </a:defRPr>
            </a:pPr>
            <a:r>
              <a:rPr sz="1200" b="0">
                <a:solidFill>
                  <a:srgbClr val="132B45"/>
                </a:solidFill>
                <a:latin typeface="Arial"/>
                <a:ea typeface="Arial"/>
                <a:cs typeface="Arial"/>
              </a:rPr>
              <a:t>workflow · merge logic · evaluation · safety</a:t>
            </a:r>
          </a:p>
        </p:txBody>
      </p:sp>
      <p:sp>
        <p:nvSpPr>
          <p:cNvPr id="14" name="">
            <a:extLst>
              <a:ext uri="{FF2B5EF4-FFF2-40B4-BE49-F238E27FC236}">
                <ns2:creationId id="{90B7B5E7-AFF4-4C7C-A121-925057810BE0}"/>
              </a:ext>
            </a:extLst>
          </p:cNvPr>
          <p:cNvSpPr>
            <a:spLocks noGrp="1"/>
          </p:cNvSpPr>
          <p:nvPr/>
        </p:nvSpPr>
        <p:spPr>
          <a:xfrm>
            <a:off x="6667500" y="5572125"/>
            <a:ext cx="714375" cy="238125"/>
          </a:xfrm>
          <a:prstGeom prst="rect">
            <a:avLst/>
          </a:prstGeom>
          <a:noFill/>
          <a:ln w="0">
            <a:noFill/>
          </a:ln>
        </p:spPr>
        <p:txBody>
          <a:bodyPr lIns="0" tIns="0" rIns="0" bIns="0" anchor="t">
            <a:normAutofit fontScale="100000"/>
          </a:bodyPr>
          <a:lstStyle/>
          <a:p>
            <a:pPr algn="l">
              <a:lnSpc>
                <a:spcPct val="105000"/>
              </a:lnSpc>
              <a:buNone/>
              <a:defRPr sz="1200" b="1">
                <a:solidFill>
                  <a:srgbClr val="4A90E2"/>
                </a:solidFill>
                <a:latin typeface="Arial"/>
                <a:ea typeface="Arial"/>
                <a:cs typeface="Arial"/>
              </a:defRPr>
            </a:pPr>
            <a:r>
              <a:rPr sz="1200" b="1">
                <a:solidFill>
                  <a:srgbClr val="4A90E2"/>
                </a:solidFill>
                <a:latin typeface="Arial"/>
                <a:ea typeface="Arial"/>
                <a:cs typeface="Arial"/>
              </a:rPr>
              <a:t>Rent</a:t>
            </a:r>
          </a:p>
        </p:txBody>
      </p:sp>
      <p:sp>
        <p:nvSpPr>
          <p:cNvPr id="15" name="">
            <a:extLst>
              <a:ext uri="{FF2B5EF4-FFF2-40B4-BE49-F238E27FC236}">
                <ns2:creationId id="{89D87A46-11C5-4945-A09F-D74FB0B18A3F}"/>
              </a:ext>
            </a:extLst>
          </p:cNvPr>
          <p:cNvSpPr>
            <a:spLocks noGrp="1"/>
          </p:cNvSpPr>
          <p:nvPr/>
        </p:nvSpPr>
        <p:spPr>
          <a:xfrm>
            <a:off x="7391400" y="5572125"/>
            <a:ext cx="3810000" cy="238125"/>
          </a:xfrm>
          <a:prstGeom prst="rect">
            <a:avLst/>
          </a:prstGeom>
          <a:noFill/>
          <a:ln w="0">
            <a:noFill/>
          </a:ln>
        </p:spPr>
        <p:txBody>
          <a:bodyPr lIns="0" tIns="0" rIns="0" bIns="0" anchor="t">
            <a:normAutofit fontScale="100000"/>
          </a:bodyPr>
          <a:lstStyle/>
          <a:p>
            <a:pPr algn="l">
              <a:lnSpc>
                <a:spcPct val="105000"/>
              </a:lnSpc>
              <a:buNone/>
              <a:defRPr sz="1200" b="0">
                <a:solidFill>
                  <a:srgbClr val="132B45"/>
                </a:solidFill>
                <a:latin typeface="Arial"/>
                <a:ea typeface="Arial"/>
                <a:cs typeface="Arial"/>
              </a:defRPr>
            </a:pPr>
            <a:r>
              <a:rPr sz="1200" b="0">
                <a:solidFill>
                  <a:srgbClr val="132B45"/>
                </a:solidFill>
                <a:latin typeface="Arial"/>
                <a:ea typeface="Arial"/>
                <a:cs typeface="Arial"/>
              </a:rPr>
              <a:t>language model · mailbox API · calendar API</a:t>
            </a:r>
          </a:p>
        </p:txBody>
      </p:sp>
      <p:sp>
        <p:nvSpPr>
          <p:cNvPr id="16" name="">
            <a:extLst>
              <a:ext uri="{FF2B5EF4-FFF2-40B4-BE49-F238E27FC236}">
                <ns2:creationId id="{9D458F64-9F9D-483B-8A3B-8241B0DA15AE}"/>
              </a:ext>
            </a:extLst>
          </p:cNvPr>
          <p:cNvSpPr>
            <a:spLocks noGrp="1"/>
          </p:cNvSpPr>
          <p:nvPr/>
        </p:nvSpPr>
        <p:spPr>
          <a:xfrm>
            <a:off x="590550" y="6515100"/>
            <a:ext cx="4000500" cy="190500"/>
          </a:xfrm>
          <a:prstGeom prst="rect">
            <a:avLst/>
          </a:prstGeom>
          <a:noFill/>
          <a:ln w="0">
            <a:noFill/>
          </a:ln>
        </p:spPr>
        <p:txBody>
          <a:bodyPr lIns="0" tIns="0" rIns="0" bIns="0" anchor="t">
            <a:normAutofit fontScale="100000"/>
          </a:bodyPr>
          <a:lstStyle/>
          <a:p>
            <a:pPr algn="l">
              <a:lnSpc>
                <a:spcPct val="105000"/>
              </a:lnSpc>
              <a:buNone/>
              <a:defRPr sz="825" b="0">
                <a:solidFill>
                  <a:srgbClr val="8493A4"/>
                </a:solidFill>
                <a:latin typeface="Arial"/>
                <a:ea typeface="Arial"/>
                <a:cs typeface="Arial"/>
              </a:defRPr>
            </a:pPr>
            <a:r>
              <a:rPr sz="825" b="0">
                <a:solidFill>
                  <a:srgbClr val="8493A4"/>
                </a:solidFill>
                <a:latin typeface="Arial"/>
                <a:ea typeface="Arial"/>
                <a:cs typeface="Arial"/>
              </a:rPr>
              <a:t>PE6201 Course Project · AI Scroll</a:t>
            </a:r>
          </a:p>
        </p:txBody>
      </p:sp>
      <p:sp>
        <p:nvSpPr>
          <p:cNvPr id="17" name="">
            <a:extLst>
              <a:ext uri="{FF2B5EF4-FFF2-40B4-BE49-F238E27FC236}">
                <ns2:creationId id="{F49C27C0-0831-4620-A9AE-C38AE808B8F0}"/>
              </a:ext>
            </a:extLst>
          </p:cNvPr>
          <p:cNvSpPr>
            <a:spLocks noGrp="1"/>
          </p:cNvSpPr>
          <p:nvPr/>
        </p:nvSpPr>
        <p:spPr>
          <a:xfrm>
            <a:off x="11287125" y="6515100"/>
            <a:ext cx="285750" cy="190500"/>
          </a:xfrm>
          <a:prstGeom prst="rect">
            <a:avLst/>
          </a:prstGeom>
          <a:noFill/>
          <a:ln w="0">
            <a:noFill/>
          </a:ln>
        </p:spPr>
        <p:txBody>
          <a:bodyPr lIns="0" tIns="0" rIns="0" bIns="0" anchor="t">
            <a:normAutofit fontScale="100000"/>
          </a:bodyPr>
          <a:lstStyle/>
          <a:p>
            <a:pPr algn="r">
              <a:lnSpc>
                <a:spcPct val="105000"/>
              </a:lnSpc>
              <a:buNone/>
              <a:defRPr sz="825" b="1">
                <a:solidFill>
                  <a:srgbClr val="8493A4"/>
                </a:solidFill>
                <a:latin typeface="Arial"/>
                <a:ea typeface="Arial"/>
                <a:cs typeface="Arial"/>
              </a:defRPr>
            </a:pPr>
            <a:r>
              <a:rPr sz="825" b="1">
                <a:solidFill>
                  <a:srgbClr val="8493A4"/>
                </a:solidFill>
                <a:latin typeface="Arial"/>
                <a:ea typeface="Arial"/>
                <a:cs typeface="Arial"/>
              </a:rPr>
              <a:t>5</a:t>
            </a:r>
          </a:p>
        </p:txBody>
      </p:sp>
    </p:spTree>
    <p:extLst>
      <p:ext uri="{BB962C8B-B14F-4D97-AF65-F5344CB8AC3E}">
        <ns3:creationId val="1735040732"/>
      </p:ext>
    </p:extLst>
  </p:cSld>
  <p:transition spd="slow" advClick="1">
    <p:fade/>
  </p:transition>
</p:sld>
</file>

<file path=ppt/slides/slide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5328E4E4-2BA4-442E-81A5-010DB8C3B1B9}"/>
              </a:ext>
            </a:extLst>
          </p:cNvPr>
          <p:cNvSpPr>
            <a:spLocks noGrp="1"/>
          </p:cNvSpPr>
          <p:nvPr/>
        </p:nvSpPr>
        <p:spPr>
          <a:xfrm>
            <a:off x="590550" y="409575"/>
            <a:ext cx="523875" cy="238125"/>
          </a:xfrm>
          <a:prstGeom prst="rect">
            <a:avLst/>
          </a:prstGeom>
          <a:noFill/>
          <a:ln w="0">
            <a:noFill/>
          </a:ln>
        </p:spPr>
        <p:txBody>
          <a:bodyPr lIns="0" tIns="0" rIns="0" bIns="0" anchor="t">
            <a:normAutofit fontScale="100000"/>
          </a:bodyPr>
          <a:lstStyle/>
          <a:p>
            <a:pPr algn="l">
              <a:lnSpc>
                <a:spcPct val="105000"/>
              </a:lnSpc>
              <a:buNone/>
              <a:defRPr sz="975" b="1">
                <a:solidFill>
                  <a:srgbClr val="109B92"/>
                </a:solidFill>
                <a:latin typeface="Arial"/>
                <a:ea typeface="Arial"/>
                <a:cs typeface="Arial"/>
              </a:defRPr>
            </a:pPr>
            <a:r>
              <a:rPr sz="975" b="1">
                <a:solidFill>
                  <a:srgbClr val="109B92"/>
                </a:solidFill>
                <a:latin typeface="Arial"/>
                <a:ea typeface="Arial"/>
                <a:cs typeface="Arial"/>
              </a:rPr>
              <a:t>06</a:t>
            </a:r>
          </a:p>
        </p:txBody>
      </p:sp>
      <p:sp>
        <p:nvSpPr>
          <p:cNvPr id="2" name="">
            <a:extLst>
              <a:ext uri="{FF2B5EF4-FFF2-40B4-BE49-F238E27FC236}">
                <ns2:creationId id="{A1A529EC-2BCE-43FA-BB37-32DB33870D2D}"/>
              </a:ext>
            </a:extLst>
          </p:cNvPr>
          <p:cNvSpPr>
            <a:spLocks noGrp="1"/>
          </p:cNvSpPr>
          <p:nvPr/>
        </p:nvSpPr>
        <p:spPr>
          <a:xfrm>
            <a:off x="590550" y="723900"/>
            <a:ext cx="10287000" cy="619125"/>
          </a:xfrm>
          <a:prstGeom prst="rect">
            <a:avLst/>
          </a:prstGeom>
          <a:noFill/>
          <a:ln w="0">
            <a:noFill/>
          </a:ln>
        </p:spPr>
        <p:txBody>
          <a:bodyPr lIns="0" tIns="0" rIns="0" bIns="0" anchor="t">
            <a:normAutofit fontScale="100000"/>
          </a:bodyPr>
          <a:lstStyle/>
          <a:p>
            <a:pPr algn="l">
              <a:lnSpc>
                <a:spcPct val="105000"/>
              </a:lnSpc>
              <a:buNone/>
              <a:defRPr sz="2925" b="1">
                <a:solidFill>
                  <a:srgbClr val="132B45"/>
                </a:solidFill>
                <a:latin typeface="Arial"/>
                <a:ea typeface="Arial"/>
                <a:cs typeface="Arial"/>
              </a:defRPr>
            </a:pPr>
            <a:r>
              <a:rPr sz="2925" b="1">
                <a:solidFill>
                  <a:srgbClr val="132B45"/>
                </a:solidFill>
                <a:latin typeface="Arial"/>
                <a:ea typeface="Arial"/>
                <a:cs typeface="Arial"/>
              </a:rPr>
              <a:t>Final product experience</a:t>
            </a:r>
          </a:p>
        </p:txBody>
      </p:sp>
      <p:sp>
        <p:nvSpPr>
          <p:cNvPr id="3" name="">
            <a:extLst>
              <a:ext uri="{FF2B5EF4-FFF2-40B4-BE49-F238E27FC236}">
                <ns2:creationId id="{F4F2C2F5-25D3-45E6-B681-BCA457686A89}"/>
              </a:ext>
            </a:extLst>
          </p:cNvPr>
          <p:cNvSpPr>
            <a:spLocks noGrp="1"/>
          </p:cNvSpPr>
          <p:nvPr/>
        </p:nvSpPr>
        <p:spPr>
          <a:xfrm>
            <a:off x="590550" y="1381125"/>
            <a:ext cx="647700" cy="47625"/>
          </a:xfrm>
          <a:prstGeom prst="rect">
            <a:avLst/>
          </a:prstGeom>
          <a:solidFill>
            <a:srgbClr val="109B92"/>
          </a:solidFill>
          <a:ln w="0">
            <a:noFill/>
          </a:ln>
        </p:spPr>
      </p:sp>
      <p:pic>
        <p:nvPicPr>
          <p:cNvPr id="14" name=""/>
          <p:cNvPicPr>
            <a:picLocks noChangeAspect="1"/>
          </p:cNvPicPr>
          <p:nvPr/>
        </p:nvPicPr>
        <p:blipFill>
          <a:blip r:embed="R7cb44073b2874f6f"/>
          <a:stretch/>
        </p:blipFill>
        <p:spPr>
          <a:xfrm>
            <a:off x="1975174" y="1571625"/>
            <a:ext cx="8241652" cy="4695825"/>
          </a:xfrm>
          <a:prstGeom prst="roundRect">
            <a:avLst>
              <a:gd name="adj" fmla="val 3245"/>
            </a:avLst>
          </a:prstGeom>
        </p:spPr>
      </p:pic>
      <p:sp>
        <p:nvSpPr>
          <p:cNvPr id="5" name="">
            <a:extLst>
              <a:ext uri="{FF2B5EF4-FFF2-40B4-BE49-F238E27FC236}">
                <ns2:creationId id="{FD5D79FF-6641-4D5C-A7B9-11CEFA5FFAD8}"/>
              </a:ext>
            </a:extLst>
          </p:cNvPr>
          <p:cNvSpPr>
            <a:spLocks noGrp="1"/>
          </p:cNvSpPr>
          <p:nvPr/>
        </p:nvSpPr>
        <p:spPr>
          <a:xfrm>
            <a:off x="714375" y="1666875"/>
            <a:ext cx="2619375" cy="428625"/>
          </a:xfrm>
          <a:prstGeom prst="roundRect">
            <a:avLst>
              <a:gd name="adj" fmla="val 26667"/>
            </a:avLst>
          </a:prstGeom>
          <a:solidFill>
            <a:srgbClr val="092642"/>
          </a:solidFill>
          <a:ln w="0">
            <a:noFill/>
          </a:ln>
        </p:spPr>
      </p:sp>
      <p:sp>
        <p:nvSpPr>
          <p:cNvPr id="6" name="">
            <a:extLst>
              <a:ext uri="{FF2B5EF4-FFF2-40B4-BE49-F238E27FC236}">
                <ns2:creationId id="{663727A6-527D-4319-9313-319F3891F218}"/>
              </a:ext>
            </a:extLst>
          </p:cNvPr>
          <p:cNvSpPr>
            <a:spLocks noGrp="1"/>
          </p:cNvSpPr>
          <p:nvPr/>
        </p:nvSpPr>
        <p:spPr>
          <a:xfrm>
            <a:off x="876300" y="1781175"/>
            <a:ext cx="2286000" cy="190500"/>
          </a:xfrm>
          <a:prstGeom prst="rect">
            <a:avLst/>
          </a:prstGeom>
          <a:noFill/>
          <a:ln w="0">
            <a:noFill/>
          </a:ln>
        </p:spPr>
        <p:txBody>
          <a:bodyPr lIns="0" tIns="0" rIns="0" bIns="0" anchor="t">
            <a:normAutofit fontScale="100000"/>
          </a:bodyPr>
          <a:lstStyle/>
          <a:p>
            <a:pPr algn="l">
              <a:lnSpc>
                <a:spcPct val="105000"/>
              </a:lnSpc>
              <a:buNone/>
              <a:defRPr sz="1050" b="1">
                <a:solidFill>
                  <a:srgbClr val="FFFFFF"/>
                </a:solidFill>
                <a:latin typeface="Arial"/>
                <a:ea typeface="Arial"/>
                <a:cs typeface="Arial"/>
              </a:defRPr>
            </a:pPr>
            <a:r>
              <a:rPr sz="1050" b="1">
                <a:solidFill>
                  <a:srgbClr val="FFFFFF"/>
                </a:solidFill>
                <a:latin typeface="Arial"/>
                <a:ea typeface="Arial"/>
                <a:cs typeface="Arial"/>
              </a:rPr>
              <a:t>1 · Read the source email</a:t>
            </a:r>
          </a:p>
        </p:txBody>
      </p:sp>
      <p:sp>
        <p:nvSpPr>
          <p:cNvPr id="7" name="">
            <a:extLst>
              <a:ext uri="{FF2B5EF4-FFF2-40B4-BE49-F238E27FC236}">
                <ns2:creationId id="{A62C0153-D17F-4321-A475-1E9CC7893A20}"/>
              </a:ext>
            </a:extLst>
          </p:cNvPr>
          <p:cNvSpPr>
            <a:spLocks noGrp="1"/>
          </p:cNvSpPr>
          <p:nvPr/>
        </p:nvSpPr>
        <p:spPr>
          <a:xfrm>
            <a:off x="8858250" y="1666875"/>
            <a:ext cx="2571750" cy="428625"/>
          </a:xfrm>
          <a:prstGeom prst="roundRect">
            <a:avLst>
              <a:gd name="adj" fmla="val 26667"/>
            </a:avLst>
          </a:prstGeom>
          <a:solidFill>
            <a:srgbClr val="109B92"/>
          </a:solidFill>
          <a:ln w="0">
            <a:noFill/>
          </a:ln>
        </p:spPr>
      </p:sp>
      <p:sp>
        <p:nvSpPr>
          <p:cNvPr id="8" name="">
            <a:extLst>
              <a:ext uri="{FF2B5EF4-FFF2-40B4-BE49-F238E27FC236}">
                <ns2:creationId id="{49AC09D1-85BE-47FF-9932-C3817FD91001}"/>
              </a:ext>
            </a:extLst>
          </p:cNvPr>
          <p:cNvSpPr>
            <a:spLocks noGrp="1"/>
          </p:cNvSpPr>
          <p:nvPr/>
        </p:nvSpPr>
        <p:spPr>
          <a:xfrm>
            <a:off x="9001125" y="1781175"/>
            <a:ext cx="2286000" cy="190500"/>
          </a:xfrm>
          <a:prstGeom prst="rect">
            <a:avLst/>
          </a:prstGeom>
          <a:noFill/>
          <a:ln w="0">
            <a:noFill/>
          </a:ln>
        </p:spPr>
        <p:txBody>
          <a:bodyPr lIns="0" tIns="0" rIns="0" bIns="0" anchor="t">
            <a:normAutofit fontScale="100000"/>
          </a:bodyPr>
          <a:lstStyle/>
          <a:p>
            <a:pPr algn="l">
              <a:lnSpc>
                <a:spcPct val="105000"/>
              </a:lnSpc>
              <a:buNone/>
              <a:defRPr sz="1050" b="1">
                <a:solidFill>
                  <a:srgbClr val="FFFFFF"/>
                </a:solidFill>
                <a:latin typeface="Arial"/>
                <a:ea typeface="Arial"/>
                <a:cs typeface="Arial"/>
              </a:defRPr>
            </a:pPr>
            <a:r>
              <a:rPr sz="1050" b="1">
                <a:solidFill>
                  <a:srgbClr val="FFFFFF"/>
                </a:solidFill>
                <a:latin typeface="Arial"/>
                <a:ea typeface="Arial"/>
                <a:cs typeface="Arial"/>
              </a:rPr>
              <a:t>2 · Review the action card</a:t>
            </a:r>
          </a:p>
        </p:txBody>
      </p:sp>
      <p:sp>
        <p:nvSpPr>
          <p:cNvPr id="9" name="">
            <a:extLst>
              <a:ext uri="{FF2B5EF4-FFF2-40B4-BE49-F238E27FC236}">
                <ns2:creationId id="{8A705258-2AF9-461F-9DEB-B53B17481339}"/>
              </a:ext>
            </a:extLst>
          </p:cNvPr>
          <p:cNvSpPr>
            <a:spLocks noGrp="1"/>
          </p:cNvSpPr>
          <p:nvPr/>
        </p:nvSpPr>
        <p:spPr>
          <a:xfrm>
            <a:off x="590550" y="6515100"/>
            <a:ext cx="4000500" cy="190500"/>
          </a:xfrm>
          <a:prstGeom prst="rect">
            <a:avLst/>
          </a:prstGeom>
          <a:noFill/>
          <a:ln w="0">
            <a:noFill/>
          </a:ln>
        </p:spPr>
        <p:txBody>
          <a:bodyPr lIns="0" tIns="0" rIns="0" bIns="0" anchor="t">
            <a:normAutofit fontScale="100000"/>
          </a:bodyPr>
          <a:lstStyle/>
          <a:p>
            <a:pPr algn="l">
              <a:lnSpc>
                <a:spcPct val="105000"/>
              </a:lnSpc>
              <a:buNone/>
              <a:defRPr sz="825" b="0">
                <a:solidFill>
                  <a:srgbClr val="8493A4"/>
                </a:solidFill>
                <a:latin typeface="Arial"/>
                <a:ea typeface="Arial"/>
                <a:cs typeface="Arial"/>
              </a:defRPr>
            </a:pPr>
            <a:r>
              <a:rPr sz="825" b="0">
                <a:solidFill>
                  <a:srgbClr val="8493A4"/>
                </a:solidFill>
                <a:latin typeface="Arial"/>
                <a:ea typeface="Arial"/>
                <a:cs typeface="Arial"/>
              </a:rPr>
              <a:t>PE6201 Course Project · AI Scroll</a:t>
            </a:r>
          </a:p>
        </p:txBody>
      </p:sp>
      <p:sp>
        <p:nvSpPr>
          <p:cNvPr id="10" name="">
            <a:extLst>
              <a:ext uri="{FF2B5EF4-FFF2-40B4-BE49-F238E27FC236}">
                <ns2:creationId id="{3D6072FE-6FA2-49A1-9F7D-8650C960D6E5}"/>
              </a:ext>
            </a:extLst>
          </p:cNvPr>
          <p:cNvSpPr>
            <a:spLocks noGrp="1"/>
          </p:cNvSpPr>
          <p:nvPr/>
        </p:nvSpPr>
        <p:spPr>
          <a:xfrm>
            <a:off x="11287125" y="6515100"/>
            <a:ext cx="285750" cy="190500"/>
          </a:xfrm>
          <a:prstGeom prst="rect">
            <a:avLst/>
          </a:prstGeom>
          <a:noFill/>
          <a:ln w="0">
            <a:noFill/>
          </a:ln>
        </p:spPr>
        <p:txBody>
          <a:bodyPr lIns="0" tIns="0" rIns="0" bIns="0" anchor="t">
            <a:normAutofit fontScale="100000"/>
          </a:bodyPr>
          <a:lstStyle/>
          <a:p>
            <a:pPr algn="r">
              <a:lnSpc>
                <a:spcPct val="105000"/>
              </a:lnSpc>
              <a:buNone/>
              <a:defRPr sz="825" b="1">
                <a:solidFill>
                  <a:srgbClr val="8493A4"/>
                </a:solidFill>
                <a:latin typeface="Arial"/>
                <a:ea typeface="Arial"/>
                <a:cs typeface="Arial"/>
              </a:defRPr>
            </a:pPr>
            <a:r>
              <a:rPr sz="825" b="1">
                <a:solidFill>
                  <a:srgbClr val="8493A4"/>
                </a:solidFill>
                <a:latin typeface="Arial"/>
                <a:ea typeface="Arial"/>
                <a:cs typeface="Arial"/>
              </a:rPr>
              <a:t>6</a:t>
            </a:r>
          </a:p>
        </p:txBody>
      </p:sp>
    </p:spTree>
    <p:extLst>
      <p:ext uri="{BB962C8B-B14F-4D97-AF65-F5344CB8AC3E}">
        <ns4:creationId val="2006565658"/>
      </p:ext>
    </p:extLst>
  </p:cSld>
  <p:transition spd="slow" advClick="1">
    <p:fade/>
  </p:transition>
</p:sld>
</file>

<file path=ppt/slides/slide7.xml><?xml version="1.0" encoding="utf-8"?>
<p:sld xmlns:a="http://schemas.openxmlformats.org/drawingml/2006/main" xmlns:ns2="http://schemas.microsoft.com/office/drawing/2014/main" xmlns:ns3="http://schemas.openxmlformats.org/drawingml/2006/chart" xmlns:ns5="http://schemas.microsoft.com/office/powerpoint/2010/main" xmlns:p="http://schemas.openxmlformats.org/presentationml/2006/main" xmlns:r="http://schemas.openxmlformats.org/officeDocument/2006/relationships">
  <p:cSld>
    <p:bg>
      <p:bgPr>
        <a:solidFill>
          <a:srgbClr val="F3F7FA"/>
        </a:solidFill>
      </p:bgPr>
    </p:bg>
    <p:spTree>
      <p:nvGrpSpPr>
        <p:cNvPr id="1" name=""/>
        <p:cNvGrpSpPr/>
        <p:nvPr/>
      </p:nvGrpSpPr>
      <p:grpSpPr>
        <a:xfrm/>
      </p:grpSpPr>
      <p:sp>
        <p:nvSpPr>
          <p:cNvPr id="18" name="">
            <a:extLst>
              <a:ext uri="{FF2B5EF4-FFF2-40B4-BE49-F238E27FC236}">
                <ns2:creationId id="{B3E1D981-EBFD-4780-A70B-689FEE978104}"/>
              </a:ext>
            </a:extLst>
          </p:cNvPr>
          <p:cNvSpPr>
            <a:spLocks noGrp="1"/>
          </p:cNvSpPr>
          <p:nvPr/>
        </p:nvSpPr>
        <p:spPr>
          <a:xfrm>
            <a:off x="590550" y="409575"/>
            <a:ext cx="523875" cy="238125"/>
          </a:xfrm>
          <a:prstGeom prst="rect">
            <a:avLst/>
          </a:prstGeom>
          <a:noFill/>
          <a:ln w="0">
            <a:noFill/>
          </a:ln>
        </p:spPr>
        <p:txBody>
          <a:bodyPr lIns="0" tIns="0" rIns="0" bIns="0" anchor="t">
            <a:normAutofit fontScale="100000"/>
          </a:bodyPr>
          <a:lstStyle/>
          <a:p>
            <a:pPr algn="l">
              <a:lnSpc>
                <a:spcPct val="105000"/>
              </a:lnSpc>
              <a:buNone/>
              <a:defRPr sz="975" b="1">
                <a:solidFill>
                  <a:srgbClr val="109B92"/>
                </a:solidFill>
                <a:latin typeface="Arial"/>
                <a:ea typeface="Arial"/>
                <a:cs typeface="Arial"/>
              </a:defRPr>
            </a:pPr>
            <a:r>
              <a:rPr sz="975" b="1">
                <a:solidFill>
                  <a:srgbClr val="109B92"/>
                </a:solidFill>
                <a:latin typeface="Arial"/>
                <a:ea typeface="Arial"/>
                <a:cs typeface="Arial"/>
              </a:rPr>
              <a:t>07</a:t>
            </a:r>
          </a:p>
        </p:txBody>
      </p:sp>
      <p:sp>
        <p:nvSpPr>
          <p:cNvPr id="2" name="">
            <a:extLst>
              <a:ext uri="{FF2B5EF4-FFF2-40B4-BE49-F238E27FC236}">
                <ns2:creationId id="{06417BA9-9E5A-4264-927E-C7C8AC8BF616}"/>
              </a:ext>
            </a:extLst>
          </p:cNvPr>
          <p:cNvSpPr>
            <a:spLocks noGrp="1"/>
          </p:cNvSpPr>
          <p:nvPr/>
        </p:nvSpPr>
        <p:spPr>
          <a:xfrm>
            <a:off x="590550" y="723900"/>
            <a:ext cx="10287000" cy="619125"/>
          </a:xfrm>
          <a:prstGeom prst="rect">
            <a:avLst/>
          </a:prstGeom>
          <a:noFill/>
          <a:ln w="0">
            <a:noFill/>
          </a:ln>
        </p:spPr>
        <p:txBody>
          <a:bodyPr lIns="0" tIns="0" rIns="0" bIns="0" anchor="t">
            <a:normAutofit fontScale="100000"/>
          </a:bodyPr>
          <a:lstStyle/>
          <a:p>
            <a:pPr algn="l">
              <a:lnSpc>
                <a:spcPct val="105000"/>
              </a:lnSpc>
              <a:buNone/>
              <a:defRPr sz="2925" b="1">
                <a:solidFill>
                  <a:srgbClr val="132B45"/>
                </a:solidFill>
                <a:latin typeface="Arial"/>
                <a:ea typeface="Arial"/>
                <a:cs typeface="Arial"/>
              </a:defRPr>
            </a:pPr>
            <a:r>
              <a:rPr sz="2925" b="1">
                <a:solidFill>
                  <a:srgbClr val="132B45"/>
                </a:solidFill>
                <a:latin typeface="Arial"/>
                <a:ea typeface="Arial"/>
                <a:cs typeface="Arial"/>
              </a:rPr>
              <a:t>Current evidence and next steps</a:t>
            </a:r>
          </a:p>
        </p:txBody>
      </p:sp>
      <p:sp>
        <p:nvSpPr>
          <p:cNvPr id="3" name="">
            <a:extLst>
              <a:ext uri="{FF2B5EF4-FFF2-40B4-BE49-F238E27FC236}">
                <ns2:creationId id="{9A015E98-83F6-4154-97D5-D81B07C59E4D}"/>
              </a:ext>
            </a:extLst>
          </p:cNvPr>
          <p:cNvSpPr>
            <a:spLocks noGrp="1"/>
          </p:cNvSpPr>
          <p:nvPr/>
        </p:nvSpPr>
        <p:spPr>
          <a:xfrm>
            <a:off x="590550" y="1381125"/>
            <a:ext cx="647700" cy="47625"/>
          </a:xfrm>
          <a:prstGeom prst="rect">
            <a:avLst/>
          </a:prstGeom>
          <a:solidFill>
            <a:srgbClr val="109B92"/>
          </a:solidFill>
          <a:ln w="0">
            <a:noFill/>
          </a:ln>
        </p:spPr>
      </p:sp>
      <p:graphicFrame>
        <p:nvGraphicFramePr>
          <p:cNvPr id="21" name="Chart"/>
          <p:cNvGraphicFramePr/>
          <p:nvPr/>
        </p:nvGraphicFramePr>
        <p:xfrm>
          <a:off x="523875" y="1714500"/>
          <a:ext cx="7239000" cy="3905250"/>
        </p:xfrm>
        <a:graphic>
          <a:graphicData uri="http://schemas.openxmlformats.org/drawingml/2006/chart">
            <ns3:chart r:id="Rc7531b210907487f"/>
          </a:graphicData>
        </a:graphic>
      </p:graphicFrame>
      <p:sp>
        <p:nvSpPr>
          <p:cNvPr id="5" name="">
            <a:extLst>
              <a:ext uri="{FF2B5EF4-FFF2-40B4-BE49-F238E27FC236}">
                <ns2:creationId id="{5FE8E3B3-1127-4C2E-8432-BA447DE46BBD}"/>
              </a:ext>
            </a:extLst>
          </p:cNvPr>
          <p:cNvSpPr>
            <a:spLocks noGrp="1"/>
          </p:cNvSpPr>
          <p:nvPr/>
        </p:nvSpPr>
        <p:spPr>
          <a:xfrm>
            <a:off x="8143875" y="1809750"/>
            <a:ext cx="3238500" cy="895350"/>
          </a:xfrm>
          <a:prstGeom prst="roundRect">
            <a:avLst>
              <a:gd name="adj" fmla="val 17021"/>
            </a:avLst>
          </a:prstGeom>
          <a:solidFill>
            <a:srgbClr val="FFFFFF"/>
          </a:solidFill>
          <a:ln w="9525">
            <a:solidFill>
              <a:srgbClr val="DCE6EE"/>
            </a:solidFill>
            <a:prstDash val="solid"/>
          </a:ln>
        </p:spPr>
      </p:sp>
      <p:sp>
        <p:nvSpPr>
          <p:cNvPr id="6" name="">
            <a:extLst>
              <a:ext uri="{FF2B5EF4-FFF2-40B4-BE49-F238E27FC236}">
                <ns2:creationId id="{28E31766-4A3C-4623-B449-560406214042}"/>
              </a:ext>
            </a:extLst>
          </p:cNvPr>
          <p:cNvSpPr>
            <a:spLocks noGrp="1"/>
          </p:cNvSpPr>
          <p:nvPr/>
        </p:nvSpPr>
        <p:spPr>
          <a:xfrm>
            <a:off x="8401050" y="1943100"/>
            <a:ext cx="1428750" cy="333375"/>
          </a:xfrm>
          <a:prstGeom prst="rect">
            <a:avLst/>
          </a:prstGeom>
          <a:noFill/>
          <a:ln w="0">
            <a:noFill/>
          </a:ln>
        </p:spPr>
        <p:txBody>
          <a:bodyPr lIns="0" tIns="0" rIns="0" bIns="0" anchor="t">
            <a:normAutofit fontScale="99206"/>
          </a:bodyPr>
          <a:lstStyle/>
          <a:p>
            <a:pPr algn="l">
              <a:lnSpc>
                <a:spcPct val="105000"/>
              </a:lnSpc>
              <a:buNone/>
              <a:defRPr sz="2100" b="1">
                <a:solidFill>
                  <a:srgbClr val="109B92"/>
                </a:solidFill>
                <a:latin typeface="Arial"/>
                <a:ea typeface="Arial"/>
                <a:cs typeface="Arial"/>
              </a:defRPr>
            </a:pPr>
            <a:r>
              <a:rPr sz="2100" b="1">
                <a:solidFill>
                  <a:srgbClr val="109B92"/>
                </a:solidFill>
                <a:latin typeface="Arial"/>
                <a:ea typeface="Arial"/>
                <a:cs typeface="Arial"/>
              </a:rPr>
              <a:t>6 / 6</a:t>
            </a:r>
          </a:p>
        </p:txBody>
      </p:sp>
      <p:sp>
        <p:nvSpPr>
          <p:cNvPr id="7" name="">
            <a:extLst>
              <a:ext uri="{FF2B5EF4-FFF2-40B4-BE49-F238E27FC236}">
                <ns2:creationId id="{E9FEFC75-22E1-4968-AA28-74F448A86FE7}"/>
              </a:ext>
            </a:extLst>
          </p:cNvPr>
          <p:cNvSpPr>
            <a:spLocks noGrp="1"/>
          </p:cNvSpPr>
          <p:nvPr/>
        </p:nvSpPr>
        <p:spPr>
          <a:xfrm>
            <a:off x="8401050" y="2324100"/>
            <a:ext cx="2667000" cy="228600"/>
          </a:xfrm>
          <a:prstGeom prst="rect">
            <a:avLst/>
          </a:prstGeom>
          <a:noFill/>
          <a:ln w="0">
            <a:noFill/>
          </a:ln>
        </p:spPr>
        <p:txBody>
          <a:bodyPr lIns="0" tIns="0" rIns="0" bIns="0" anchor="t">
            <a:normAutofit fontScale="100000"/>
          </a:bodyPr>
          <a:lstStyle/>
          <a:p>
            <a:pPr algn="l">
              <a:lnSpc>
                <a:spcPct val="105000"/>
              </a:lnSpc>
              <a:buNone/>
              <a:defRPr sz="975" b="0">
                <a:solidFill>
                  <a:srgbClr val="66788D"/>
                </a:solidFill>
                <a:latin typeface="Arial"/>
                <a:ea typeface="Arial"/>
                <a:cs typeface="Arial"/>
              </a:defRPr>
            </a:pPr>
            <a:r>
              <a:rPr sz="975" b="0">
                <a:solidFill>
                  <a:srgbClr val="66788D"/>
                </a:solidFill>
                <a:latin typeface="Arial"/>
                <a:ea typeface="Arial"/>
                <a:cs typeface="Arial"/>
              </a:rPr>
              <a:t>Live web-derived cases passed</a:t>
            </a:r>
          </a:p>
        </p:txBody>
      </p:sp>
      <p:sp>
        <p:nvSpPr>
          <p:cNvPr id="8" name="">
            <a:extLst>
              <a:ext uri="{FF2B5EF4-FFF2-40B4-BE49-F238E27FC236}">
                <ns2:creationId id="{F643C2CD-DC68-471A-84E3-C94262622BFC}"/>
              </a:ext>
            </a:extLst>
          </p:cNvPr>
          <p:cNvSpPr>
            <a:spLocks noGrp="1"/>
          </p:cNvSpPr>
          <p:nvPr/>
        </p:nvSpPr>
        <p:spPr>
          <a:xfrm>
            <a:off x="8143875" y="2933700"/>
            <a:ext cx="3238500" cy="895350"/>
          </a:xfrm>
          <a:prstGeom prst="roundRect">
            <a:avLst>
              <a:gd name="adj" fmla="val 17021"/>
            </a:avLst>
          </a:prstGeom>
          <a:solidFill>
            <a:srgbClr val="FFFFFF"/>
          </a:solidFill>
          <a:ln w="9525">
            <a:solidFill>
              <a:srgbClr val="DCE6EE"/>
            </a:solidFill>
            <a:prstDash val="solid"/>
          </a:ln>
        </p:spPr>
      </p:sp>
      <p:sp>
        <p:nvSpPr>
          <p:cNvPr id="9" name="">
            <a:extLst>
              <a:ext uri="{FF2B5EF4-FFF2-40B4-BE49-F238E27FC236}">
                <ns2:creationId id="{38A536EA-6956-4CBD-ABD2-97E690D235DA}"/>
              </a:ext>
            </a:extLst>
          </p:cNvPr>
          <p:cNvSpPr>
            <a:spLocks noGrp="1"/>
          </p:cNvSpPr>
          <p:nvPr/>
        </p:nvSpPr>
        <p:spPr>
          <a:xfrm>
            <a:off x="8401050" y="3067050"/>
            <a:ext cx="1428750" cy="333375"/>
          </a:xfrm>
          <a:prstGeom prst="rect">
            <a:avLst/>
          </a:prstGeom>
          <a:noFill/>
          <a:ln w="0">
            <a:noFill/>
          </a:ln>
        </p:spPr>
        <p:txBody>
          <a:bodyPr lIns="0" tIns="0" rIns="0" bIns="0" anchor="t">
            <a:normAutofit fontScale="99206"/>
          </a:bodyPr>
          <a:lstStyle/>
          <a:p>
            <a:pPr algn="l">
              <a:lnSpc>
                <a:spcPct val="105000"/>
              </a:lnSpc>
              <a:buNone/>
              <a:defRPr sz="2100" b="1">
                <a:solidFill>
                  <a:srgbClr val="109B92"/>
                </a:solidFill>
                <a:latin typeface="Arial"/>
                <a:ea typeface="Arial"/>
                <a:cs typeface="Arial"/>
              </a:defRPr>
            </a:pPr>
            <a:r>
              <a:rPr sz="2100" b="1">
                <a:solidFill>
                  <a:srgbClr val="109B92"/>
                </a:solidFill>
                <a:latin typeface="Arial"/>
                <a:ea typeface="Arial"/>
                <a:cs typeface="Arial"/>
              </a:rPr>
              <a:t>47</a:t>
            </a:r>
          </a:p>
        </p:txBody>
      </p:sp>
      <p:sp>
        <p:nvSpPr>
          <p:cNvPr id="10" name="">
            <a:extLst>
              <a:ext uri="{FF2B5EF4-FFF2-40B4-BE49-F238E27FC236}">
                <ns2:creationId id="{7F3C321C-B2B0-4D59-A2CA-8D989C335206}"/>
              </a:ext>
            </a:extLst>
          </p:cNvPr>
          <p:cNvSpPr>
            <a:spLocks noGrp="1"/>
          </p:cNvSpPr>
          <p:nvPr/>
        </p:nvSpPr>
        <p:spPr>
          <a:xfrm>
            <a:off x="8401050" y="3448050"/>
            <a:ext cx="2667000" cy="228600"/>
          </a:xfrm>
          <a:prstGeom prst="rect">
            <a:avLst/>
          </a:prstGeom>
          <a:noFill/>
          <a:ln w="0">
            <a:noFill/>
          </a:ln>
        </p:spPr>
        <p:txBody>
          <a:bodyPr lIns="0" tIns="0" rIns="0" bIns="0" anchor="t">
            <a:normAutofit fontScale="100000"/>
          </a:bodyPr>
          <a:lstStyle/>
          <a:p>
            <a:pPr algn="l">
              <a:lnSpc>
                <a:spcPct val="105000"/>
              </a:lnSpc>
              <a:buNone/>
              <a:defRPr sz="975" b="0">
                <a:solidFill>
                  <a:srgbClr val="66788D"/>
                </a:solidFill>
                <a:latin typeface="Arial"/>
                <a:ea typeface="Arial"/>
                <a:cs typeface="Arial"/>
              </a:defRPr>
            </a:pPr>
            <a:r>
              <a:rPr sz="975" b="0">
                <a:solidFill>
                  <a:srgbClr val="66788D"/>
                </a:solidFill>
                <a:latin typeface="Arial"/>
                <a:ea typeface="Arial"/>
                <a:cs typeface="Arial"/>
              </a:rPr>
              <a:t>Automated tests passed</a:t>
            </a:r>
          </a:p>
        </p:txBody>
      </p:sp>
      <p:sp>
        <p:nvSpPr>
          <p:cNvPr id="11" name="">
            <a:extLst>
              <a:ext uri="{FF2B5EF4-FFF2-40B4-BE49-F238E27FC236}">
                <ns2:creationId id="{A2771677-A167-48E5-B7B4-A0D8625C0609}"/>
              </a:ext>
            </a:extLst>
          </p:cNvPr>
          <p:cNvSpPr>
            <a:spLocks noGrp="1"/>
          </p:cNvSpPr>
          <p:nvPr/>
        </p:nvSpPr>
        <p:spPr>
          <a:xfrm>
            <a:off x="8143875" y="4057650"/>
            <a:ext cx="3238500" cy="895350"/>
          </a:xfrm>
          <a:prstGeom prst="roundRect">
            <a:avLst>
              <a:gd name="adj" fmla="val 17021"/>
            </a:avLst>
          </a:prstGeom>
          <a:solidFill>
            <a:srgbClr val="092642"/>
          </a:solidFill>
          <a:ln w="9525">
            <a:solidFill>
              <a:srgbClr val="092642"/>
            </a:solidFill>
            <a:prstDash val="solid"/>
          </a:ln>
        </p:spPr>
      </p:sp>
      <p:sp>
        <p:nvSpPr>
          <p:cNvPr id="12" name="">
            <a:extLst>
              <a:ext uri="{FF2B5EF4-FFF2-40B4-BE49-F238E27FC236}">
                <ns2:creationId id="{7D4FC1D0-5D3F-49CE-92A6-B25676614C17}"/>
              </a:ext>
            </a:extLst>
          </p:cNvPr>
          <p:cNvSpPr>
            <a:spLocks noGrp="1"/>
          </p:cNvSpPr>
          <p:nvPr/>
        </p:nvSpPr>
        <p:spPr>
          <a:xfrm>
            <a:off x="8401050" y="4191000"/>
            <a:ext cx="1428750" cy="333375"/>
          </a:xfrm>
          <a:prstGeom prst="rect">
            <a:avLst/>
          </a:prstGeom>
          <a:noFill/>
          <a:ln w="0">
            <a:noFill/>
          </a:ln>
        </p:spPr>
        <p:txBody>
          <a:bodyPr lIns="0" tIns="0" rIns="0" bIns="0" anchor="t">
            <a:normAutofit fontScale="99206"/>
          </a:bodyPr>
          <a:lstStyle/>
          <a:p>
            <a:pPr algn="l">
              <a:lnSpc>
                <a:spcPct val="105000"/>
              </a:lnSpc>
              <a:buNone/>
              <a:defRPr sz="2100" b="1">
                <a:solidFill>
                  <a:srgbClr val="55D8C8"/>
                </a:solidFill>
                <a:latin typeface="Arial"/>
                <a:ea typeface="Arial"/>
                <a:cs typeface="Arial"/>
              </a:defRPr>
            </a:pPr>
            <a:r>
              <a:rPr sz="2100" b="1">
                <a:solidFill>
                  <a:srgbClr val="55D8C8"/>
                </a:solidFill>
                <a:latin typeface="Arial"/>
                <a:ea typeface="Arial"/>
                <a:cs typeface="Arial"/>
              </a:rPr>
              <a:t>$0.01074</a:t>
            </a:r>
          </a:p>
        </p:txBody>
      </p:sp>
      <p:sp>
        <p:nvSpPr>
          <p:cNvPr id="13" name="">
            <a:extLst>
              <a:ext uri="{FF2B5EF4-FFF2-40B4-BE49-F238E27FC236}">
                <ns2:creationId id="{AC294677-211E-4A56-9F16-6678656F61FB}"/>
              </a:ext>
            </a:extLst>
          </p:cNvPr>
          <p:cNvSpPr>
            <a:spLocks noGrp="1"/>
          </p:cNvSpPr>
          <p:nvPr/>
        </p:nvSpPr>
        <p:spPr>
          <a:xfrm>
            <a:off x="8401050" y="4572000"/>
            <a:ext cx="2667000" cy="228600"/>
          </a:xfrm>
          <a:prstGeom prst="rect">
            <a:avLst/>
          </a:prstGeom>
          <a:noFill/>
          <a:ln w="0">
            <a:noFill/>
          </a:ln>
        </p:spPr>
        <p:txBody>
          <a:bodyPr lIns="0" tIns="0" rIns="0" bIns="0" anchor="t">
            <a:normAutofit fontScale="100000"/>
          </a:bodyPr>
          <a:lstStyle/>
          <a:p>
            <a:pPr algn="l">
              <a:lnSpc>
                <a:spcPct val="105000"/>
              </a:lnSpc>
              <a:buNone/>
              <a:defRPr sz="975" b="0">
                <a:solidFill>
                  <a:srgbClr val="D5E7EF"/>
                </a:solidFill>
                <a:latin typeface="Arial"/>
                <a:ea typeface="Arial"/>
                <a:cs typeface="Arial"/>
              </a:defRPr>
            </a:pPr>
            <a:r>
              <a:rPr sz="975" b="0">
                <a:solidFill>
                  <a:srgbClr val="D5E7EF"/>
                </a:solidFill>
                <a:latin typeface="Arial"/>
                <a:ea typeface="Arial"/>
                <a:cs typeface="Arial"/>
              </a:rPr>
              <a:t>Cost of the six-case live run</a:t>
            </a:r>
          </a:p>
        </p:txBody>
      </p:sp>
      <p:sp>
        <p:nvSpPr>
          <p:cNvPr id="14" name="">
            <a:extLst>
              <a:ext uri="{FF2B5EF4-FFF2-40B4-BE49-F238E27FC236}">
                <ns2:creationId id="{603C178E-AF1C-4C9B-8239-1F1002AA7FDE}"/>
              </a:ext>
            </a:extLst>
          </p:cNvPr>
          <p:cNvSpPr>
            <a:spLocks noGrp="1"/>
          </p:cNvSpPr>
          <p:nvPr/>
        </p:nvSpPr>
        <p:spPr>
          <a:xfrm>
            <a:off x="8143875" y="5334000"/>
            <a:ext cx="3238500" cy="552450"/>
          </a:xfrm>
          <a:prstGeom prst="rect">
            <a:avLst/>
          </a:prstGeom>
          <a:noFill/>
          <a:ln w="0">
            <a:noFill/>
          </a:ln>
        </p:spPr>
        <p:txBody>
          <a:bodyPr lIns="0" tIns="0" rIns="0" bIns="0" anchor="t">
            <a:normAutofit fontScale="100000"/>
          </a:bodyPr>
          <a:lstStyle/>
          <a:p>
            <a:pPr algn="l">
              <a:lnSpc>
                <a:spcPct val="118000"/>
              </a:lnSpc>
              <a:buNone/>
              <a:defRPr sz="1275" b="1">
                <a:solidFill>
                  <a:srgbClr val="132B45"/>
                </a:solidFill>
                <a:latin typeface="Arial"/>
                <a:ea typeface="Arial"/>
                <a:cs typeface="Arial"/>
              </a:defRPr>
            </a:pPr>
            <a:r>
              <a:rPr sz="1275" b="1">
                <a:solidFill>
                  <a:srgbClr val="132B45"/>
                </a:solidFill>
                <a:latin typeface="Arial"/>
                <a:ea typeface="Arial"/>
                <a:cs typeface="Arial"/>
              </a:rPr>
              <a:t>Next: freeze the 50 human labels, run the final evaluation and record the live demo.</a:t>
            </a:r>
          </a:p>
        </p:txBody>
      </p:sp>
      <p:sp>
        <p:nvSpPr>
          <p:cNvPr id="15" name="">
            <a:extLst>
              <a:ext uri="{FF2B5EF4-FFF2-40B4-BE49-F238E27FC236}">
                <ns2:creationId id="{053A32B0-5DD1-41D1-A2ED-07E2875C263A}"/>
              </a:ext>
            </a:extLst>
          </p:cNvPr>
          <p:cNvSpPr>
            <a:spLocks noGrp="1"/>
          </p:cNvSpPr>
          <p:nvPr/>
        </p:nvSpPr>
        <p:spPr>
          <a:xfrm>
            <a:off x="571500" y="5905500"/>
            <a:ext cx="7239000" cy="228600"/>
          </a:xfrm>
          <a:prstGeom prst="rect">
            <a:avLst/>
          </a:prstGeom>
          <a:noFill/>
          <a:ln w="0">
            <a:noFill/>
          </a:ln>
        </p:spPr>
        <p:txBody>
          <a:bodyPr lIns="0" tIns="0" rIns="0" bIns="0" anchor="t">
            <a:normAutofit fontScale="100000"/>
          </a:bodyPr>
          <a:lstStyle/>
          <a:p>
            <a:pPr algn="l">
              <a:lnSpc>
                <a:spcPct val="105000"/>
              </a:lnSpc>
              <a:buNone/>
              <a:defRPr sz="900" b="0">
                <a:solidFill>
                  <a:srgbClr val="66788D"/>
                </a:solidFill>
                <a:latin typeface="Arial"/>
                <a:ea typeface="Arial"/>
                <a:cs typeface="Arial"/>
              </a:defRPr>
            </a:pPr>
            <a:r>
              <a:rPr sz="900" b="0">
                <a:solidFill>
                  <a:srgbClr val="66788D"/>
                </a:solidFill>
                <a:latin typeface="Arial"/>
                <a:ea typeface="Arial"/>
                <a:cs typeface="Arial"/>
              </a:rPr>
              <a:t>Draft-label comparison shown on the left. Final assessment numbers require label review.</a:t>
            </a:r>
          </a:p>
        </p:txBody>
      </p:sp>
      <p:sp>
        <p:nvSpPr>
          <p:cNvPr id="16" name="">
            <a:extLst>
              <a:ext uri="{FF2B5EF4-FFF2-40B4-BE49-F238E27FC236}">
                <ns2:creationId id="{D1801D21-83CD-416E-B82E-08CA80F26F4D}"/>
              </a:ext>
            </a:extLst>
          </p:cNvPr>
          <p:cNvSpPr>
            <a:spLocks noGrp="1"/>
          </p:cNvSpPr>
          <p:nvPr/>
        </p:nvSpPr>
        <p:spPr>
          <a:xfrm>
            <a:off x="590550" y="6515100"/>
            <a:ext cx="4000500" cy="190500"/>
          </a:xfrm>
          <a:prstGeom prst="rect">
            <a:avLst/>
          </a:prstGeom>
          <a:noFill/>
          <a:ln w="0">
            <a:noFill/>
          </a:ln>
        </p:spPr>
        <p:txBody>
          <a:bodyPr lIns="0" tIns="0" rIns="0" bIns="0" anchor="t">
            <a:normAutofit fontScale="100000"/>
          </a:bodyPr>
          <a:lstStyle/>
          <a:p>
            <a:pPr algn="l">
              <a:lnSpc>
                <a:spcPct val="105000"/>
              </a:lnSpc>
              <a:buNone/>
              <a:defRPr sz="825" b="0">
                <a:solidFill>
                  <a:srgbClr val="8493A4"/>
                </a:solidFill>
                <a:latin typeface="Arial"/>
                <a:ea typeface="Arial"/>
                <a:cs typeface="Arial"/>
              </a:defRPr>
            </a:pPr>
            <a:r>
              <a:rPr sz="825" b="0">
                <a:solidFill>
                  <a:srgbClr val="8493A4"/>
                </a:solidFill>
                <a:latin typeface="Arial"/>
                <a:ea typeface="Arial"/>
                <a:cs typeface="Arial"/>
              </a:rPr>
              <a:t>PE6201 Course Project · AI Scroll</a:t>
            </a:r>
          </a:p>
        </p:txBody>
      </p:sp>
      <p:sp>
        <p:nvSpPr>
          <p:cNvPr id="17" name="">
            <a:extLst>
              <a:ext uri="{FF2B5EF4-FFF2-40B4-BE49-F238E27FC236}">
                <ns2:creationId id="{CDCB9C36-5F6C-4C1E-B808-C0B6BB6AA9D0}"/>
              </a:ext>
            </a:extLst>
          </p:cNvPr>
          <p:cNvSpPr>
            <a:spLocks noGrp="1"/>
          </p:cNvSpPr>
          <p:nvPr/>
        </p:nvSpPr>
        <p:spPr>
          <a:xfrm>
            <a:off x="11287125" y="6515100"/>
            <a:ext cx="285750" cy="190500"/>
          </a:xfrm>
          <a:prstGeom prst="rect">
            <a:avLst/>
          </a:prstGeom>
          <a:noFill/>
          <a:ln w="0">
            <a:noFill/>
          </a:ln>
        </p:spPr>
        <p:txBody>
          <a:bodyPr lIns="0" tIns="0" rIns="0" bIns="0" anchor="t">
            <a:normAutofit fontScale="100000"/>
          </a:bodyPr>
          <a:lstStyle/>
          <a:p>
            <a:pPr algn="r">
              <a:lnSpc>
                <a:spcPct val="105000"/>
              </a:lnSpc>
              <a:buNone/>
              <a:defRPr sz="825" b="1">
                <a:solidFill>
                  <a:srgbClr val="8493A4"/>
                </a:solidFill>
                <a:latin typeface="Arial"/>
                <a:ea typeface="Arial"/>
                <a:cs typeface="Arial"/>
              </a:defRPr>
            </a:pPr>
            <a:r>
              <a:rPr sz="825" b="1">
                <a:solidFill>
                  <a:srgbClr val="8493A4"/>
                </a:solidFill>
                <a:latin typeface="Arial"/>
                <a:ea typeface="Arial"/>
                <a:cs typeface="Arial"/>
              </a:rPr>
              <a:t>7</a:t>
            </a:r>
          </a:p>
        </p:txBody>
      </p:sp>
    </p:spTree>
    <p:extLst>
      <p:ext uri="{BB962C8B-B14F-4D97-AF65-F5344CB8AC3E}">
        <ns5:creationId val="759193211"/>
      </p:ext>
    </p:extLst>
  </p:cSld>
  <p:transition spd="slow"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2026-10-03T19:55:22.0660000Z</dcterms:created>
  <dcterms:modified xsi:type="dcterms:W3CDTF">2026-10-03T19:55:22.0660000Z</dcterms:modified>
</coreProperties>
</file>